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slideLayouts/slideLayout5.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62" r:id="rId2"/>
    <p:sldMasterId id="2147483666" r:id="rId3"/>
  </p:sldMasterIdLst>
  <p:notesMasterIdLst>
    <p:notesMasterId r:id="rId11"/>
  </p:notesMasterIdLst>
  <p:sldIdLst>
    <p:sldId id="257" r:id="rId4"/>
    <p:sldId id="260" r:id="rId5"/>
    <p:sldId id="263" r:id="rId6"/>
    <p:sldId id="264" r:id="rId7"/>
    <p:sldId id="266" r:id="rId8"/>
    <p:sldId id="285" r:id="rId9"/>
    <p:sldId id="297"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29" autoAdjust="0"/>
    <p:restoredTop sz="94660"/>
  </p:normalViewPr>
  <p:slideViewPr>
    <p:cSldViewPr snapToGrid="0">
      <p:cViewPr varScale="1">
        <p:scale>
          <a:sx n="79" d="100"/>
          <a:sy n="79" d="100"/>
        </p:scale>
        <p:origin x="378"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viewProps" Target="viewProps.xml"/><Relationship Id="rId3" Type="http://schemas.openxmlformats.org/officeDocument/2006/relationships/slideMaster" Target="slideMasters/slideMaster3.xml"/><Relationship Id="rId7" Type="http://schemas.openxmlformats.org/officeDocument/2006/relationships/slide" Target="slides/slide4.xml"/><Relationship Id="rId12" Type="http://schemas.openxmlformats.org/officeDocument/2006/relationships/presProps" Target="pres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notesMaster" Target="notesMasters/notesMaster1.xml"/><Relationship Id="rId5" Type="http://schemas.openxmlformats.org/officeDocument/2006/relationships/slide" Target="slides/slide2.xml"/><Relationship Id="rId15" Type="http://schemas.openxmlformats.org/officeDocument/2006/relationships/tableStyles" Target="tableStyles.xml"/><Relationship Id="rId10" Type="http://schemas.openxmlformats.org/officeDocument/2006/relationships/slide" Target="slides/slide7.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21FD46C-C3E0-4160-AE60-421AB374DC1A}" type="datetimeFigureOut">
              <a:rPr lang="en-US" smtClean="0"/>
              <a:t>9/2/2026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0BCCB45-CF9A-4D8A-904E-6D3618F03736}" type="slidenum">
              <a:rPr lang="en-US" smtClean="0"/>
              <a:t>‹#›</a:t>
            </a:fld>
            <a:endParaRPr lang="en-US"/>
          </a:p>
        </p:txBody>
      </p:sp>
    </p:spTree>
    <p:extLst>
      <p:ext uri="{BB962C8B-B14F-4D97-AF65-F5344CB8AC3E}">
        <p14:creationId xmlns:p14="http://schemas.microsoft.com/office/powerpoint/2010/main" val="39885927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8254715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0331102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B120B93-CA8D-432E-B613-8C55BEDA434A}" type="datetimeFigureOut">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9/2/2026</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7532807-1EDE-4860-AD1B-9E81397CB479}"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133115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A4D7499-D8DD-4E43-B53D-A8B1FBC4502A}" type="datetime1">
              <a:rPr kumimoji="0" lang="en-US" sz="999" b="0" i="0" u="none" strike="noStrike" kern="1200" cap="none" spc="0" normalizeH="0" baseline="0" noProof="0" smtClean="0">
                <a:ln>
                  <a:noFill/>
                </a:ln>
                <a:solidFill>
                  <a:prstClr val="black"/>
                </a:solidFill>
                <a:effectLst/>
                <a:uLnTx/>
                <a:uFillTx/>
                <a:latin typeface="Corbel" panose="020B0503020204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9/2/2026</a:t>
            </a:fld>
            <a:endParaRPr kumimoji="0" lang="en-US" sz="999" b="0" i="0" u="none" strike="noStrike" kern="1200" cap="none" spc="0" normalizeH="0" baseline="0" noProof="0">
              <a:ln>
                <a:noFill/>
              </a:ln>
              <a:solidFill>
                <a:prstClr val="black"/>
              </a:solidFill>
              <a:effectLst/>
              <a:uLnTx/>
              <a:uFillTx/>
              <a:latin typeface="Corbel" panose="020B0503020204020204"/>
              <a:ea typeface="+mn-ea"/>
              <a:cs typeface="+mn-cs"/>
            </a:endParaRPr>
          </a:p>
        </p:txBody>
      </p:sp>
      <p:sp>
        <p:nvSpPr>
          <p:cNvPr id="4" name="Footer Placeholder 3"/>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99" b="0" i="0" u="none" strike="noStrike" kern="1200" cap="none" spc="0" normalizeH="0" baseline="0" noProof="0">
              <a:ln>
                <a:noFill/>
              </a:ln>
              <a:solidFill>
                <a:prstClr val="black"/>
              </a:solidFill>
              <a:effectLst/>
              <a:uLnTx/>
              <a:uFillTx/>
              <a:latin typeface="Corbel" panose="020B0503020204020204"/>
              <a:ea typeface="+mn-ea"/>
              <a:cs typeface="+mn-cs"/>
            </a:endParaRPr>
          </a:p>
        </p:txBody>
      </p:sp>
      <p:sp>
        <p:nvSpPr>
          <p:cNvPr id="5" name="Slide Number Placeholder 4"/>
          <p:cNvSpPr>
            <a:spLocks noGrp="1"/>
          </p:cNvSpPr>
          <p:nvPr>
            <p:ph type="sldNum" sz="quarter" idx="12"/>
          </p:nvPr>
        </p:nvSpPr>
        <p:spPr>
          <a:xfrm>
            <a:off x="10951857" y="5883275"/>
            <a:ext cx="551167" cy="365125"/>
          </a:xfrm>
          <a:prstGeom prst="rect">
            <a:avLst/>
          </a:prstGeom>
        </p:spPr>
        <p:txBody>
          <a:bodyPr/>
          <a:lstStyle/>
          <a:p>
            <a:pPr marL="0" marR="0" lvl="0" indent="0" algn="l" defTabSz="304404"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800" b="0" i="0" u="none" strike="noStrike" kern="1200" cap="none" spc="0" normalizeH="0" baseline="0" noProof="0" smtClean="0">
                <a:ln>
                  <a:noFill/>
                </a:ln>
                <a:solidFill>
                  <a:prstClr val="black"/>
                </a:solidFill>
                <a:effectLst/>
                <a:uLnTx/>
                <a:uFillTx/>
                <a:latin typeface="Corbel" panose="020B0503020204020204"/>
                <a:ea typeface="+mn-ea"/>
                <a:cs typeface="+mn-cs"/>
              </a:rPr>
              <a:pPr marL="0" marR="0" lvl="0" indent="0" algn="l" defTabSz="304404" rtl="0" eaLnBrk="1" fontAlgn="auto" latinLnBrk="0" hangingPunct="1">
                <a:lnSpc>
                  <a:spcPct val="100000"/>
                </a:lnSpc>
                <a:spcBef>
                  <a:spcPts val="0"/>
                </a:spcBef>
                <a:spcAft>
                  <a:spcPts val="0"/>
                </a:spcAft>
                <a:buClrTx/>
                <a:buSzTx/>
                <a:buFontTx/>
                <a:buNone/>
                <a:tabLst/>
                <a:defRPr/>
              </a:pPr>
              <a:t>‹#›</a:t>
            </a:fld>
            <a:endParaRPr kumimoji="0" lang="en-US" sz="1800" b="0" i="0" u="none" strike="noStrike" kern="1200" cap="none" spc="0" normalizeH="0" baseline="0" noProof="0">
              <a:ln>
                <a:noFill/>
              </a:ln>
              <a:solidFill>
                <a:prstClr val="black"/>
              </a:solidFill>
              <a:effectLst/>
              <a:uLnTx/>
              <a:uFillTx/>
              <a:latin typeface="Corbel" panose="020B0503020204020204"/>
              <a:ea typeface="+mn-ea"/>
              <a:cs typeface="+mn-cs"/>
            </a:endParaRPr>
          </a:p>
        </p:txBody>
      </p:sp>
    </p:spTree>
    <p:extLst>
      <p:ext uri="{BB962C8B-B14F-4D97-AF65-F5344CB8AC3E}">
        <p14:creationId xmlns:p14="http://schemas.microsoft.com/office/powerpoint/2010/main" val="25205069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397D842-EBEC-4F88-B66F-A0660DDDCF2B}" type="datetime1">
              <a:rPr kumimoji="0" lang="en-US" sz="999" b="0" i="0" u="none" strike="noStrike" kern="1200" cap="none" spc="0" normalizeH="0" baseline="0" noProof="0" smtClean="0">
                <a:ln>
                  <a:noFill/>
                </a:ln>
                <a:solidFill>
                  <a:prstClr val="black"/>
                </a:solidFill>
                <a:effectLst/>
                <a:uLnTx/>
                <a:uFillTx/>
                <a:latin typeface="Corbel" panose="020B0503020204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9/2/2026</a:t>
            </a:fld>
            <a:endParaRPr kumimoji="0" lang="en-US" sz="999" b="0" i="0" u="none" strike="noStrike" kern="1200" cap="none" spc="0" normalizeH="0" baseline="0" noProof="0">
              <a:ln>
                <a:noFill/>
              </a:ln>
              <a:solidFill>
                <a:prstClr val="black"/>
              </a:solidFill>
              <a:effectLst/>
              <a:uLnTx/>
              <a:uFillTx/>
              <a:latin typeface="Corbel" panose="020B0503020204020204"/>
              <a:ea typeface="+mn-ea"/>
              <a:cs typeface="+mn-cs"/>
            </a:endParaRPr>
          </a:p>
        </p:txBody>
      </p:sp>
      <p:sp>
        <p:nvSpPr>
          <p:cNvPr id="5" name="Footer Placeholder 4"/>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99" b="0" i="0" u="none" strike="noStrike" kern="1200" cap="none" spc="0" normalizeH="0" baseline="0" noProof="0">
              <a:ln>
                <a:noFill/>
              </a:ln>
              <a:solidFill>
                <a:prstClr val="black"/>
              </a:solidFill>
              <a:effectLst/>
              <a:uLnTx/>
              <a:uFillTx/>
              <a:latin typeface="Corbel" panose="020B0503020204020204"/>
              <a:ea typeface="+mn-ea"/>
              <a:cs typeface="+mn-cs"/>
            </a:endParaRPr>
          </a:p>
        </p:txBody>
      </p:sp>
      <p:sp>
        <p:nvSpPr>
          <p:cNvPr id="6" name="Slide Number Placeholder 5"/>
          <p:cNvSpPr>
            <a:spLocks noGrp="1"/>
          </p:cNvSpPr>
          <p:nvPr>
            <p:ph type="sldNum" sz="quarter" idx="12"/>
          </p:nvPr>
        </p:nvSpPr>
        <p:spPr>
          <a:xfrm>
            <a:off x="10951857" y="5867131"/>
            <a:ext cx="551167" cy="365125"/>
          </a:xfrm>
          <a:prstGeom prst="rect">
            <a:avLst/>
          </a:prstGeom>
        </p:spPr>
        <p:txBody>
          <a:bodyPr/>
          <a:lstStyle/>
          <a:p>
            <a:pPr marL="0" marR="0" lvl="0" indent="0" algn="l" defTabSz="304404"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800" b="0" i="0" u="none" strike="noStrike" kern="1200" cap="none" spc="0" normalizeH="0" baseline="0" noProof="0" smtClean="0">
                <a:ln>
                  <a:noFill/>
                </a:ln>
                <a:solidFill>
                  <a:prstClr val="black"/>
                </a:solidFill>
                <a:effectLst/>
                <a:uLnTx/>
                <a:uFillTx/>
                <a:latin typeface="Corbel" panose="020B0503020204020204"/>
                <a:ea typeface="+mn-ea"/>
                <a:cs typeface="+mn-cs"/>
              </a:rPr>
              <a:pPr marL="0" marR="0" lvl="0" indent="0" algn="l" defTabSz="304404" rtl="0" eaLnBrk="1" fontAlgn="auto" latinLnBrk="0" hangingPunct="1">
                <a:lnSpc>
                  <a:spcPct val="100000"/>
                </a:lnSpc>
                <a:spcBef>
                  <a:spcPts val="0"/>
                </a:spcBef>
                <a:spcAft>
                  <a:spcPts val="0"/>
                </a:spcAft>
                <a:buClrTx/>
                <a:buSzTx/>
                <a:buFontTx/>
                <a:buNone/>
                <a:tabLst/>
                <a:defRPr/>
              </a:pPr>
              <a:t>‹#›</a:t>
            </a:fld>
            <a:endParaRPr kumimoji="0" lang="en-US" sz="1800" b="0" i="0" u="none" strike="noStrike" kern="1200" cap="none" spc="0" normalizeH="0" baseline="0" noProof="0">
              <a:ln>
                <a:noFill/>
              </a:ln>
              <a:solidFill>
                <a:prstClr val="black"/>
              </a:solidFill>
              <a:effectLst/>
              <a:uLnTx/>
              <a:uFillTx/>
              <a:latin typeface="Corbel" panose="020B0503020204020204"/>
              <a:ea typeface="+mn-ea"/>
              <a:cs typeface="+mn-cs"/>
            </a:endParaRPr>
          </a:p>
        </p:txBody>
      </p:sp>
    </p:spTree>
    <p:extLst>
      <p:ext uri="{BB962C8B-B14F-4D97-AF65-F5344CB8AC3E}">
        <p14:creationId xmlns:p14="http://schemas.microsoft.com/office/powerpoint/2010/main" val="13323314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E08D837-8598-47BF-AB99-2C9FB704B4A4}" type="datetime1">
              <a:rPr kumimoji="0" lang="en-US" sz="999" b="0" i="0" u="none" strike="noStrike" kern="1200" cap="none" spc="0" normalizeH="0" baseline="0" noProof="0" smtClean="0">
                <a:ln>
                  <a:noFill/>
                </a:ln>
                <a:solidFill>
                  <a:prstClr val="black"/>
                </a:solidFill>
                <a:effectLst/>
                <a:uLnTx/>
                <a:uFillTx/>
                <a:latin typeface="Corbel" panose="020B0503020204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9/2/2026</a:t>
            </a:fld>
            <a:endParaRPr kumimoji="0" lang="en-US" sz="999" b="0" i="0" u="none" strike="noStrike" kern="1200" cap="none" spc="0" normalizeH="0" baseline="0" noProof="0">
              <a:ln>
                <a:noFill/>
              </a:ln>
              <a:solidFill>
                <a:prstClr val="black"/>
              </a:solidFill>
              <a:effectLst/>
              <a:uLnTx/>
              <a:uFillTx/>
              <a:latin typeface="Corbel" panose="020B0503020204020204"/>
              <a:ea typeface="+mn-ea"/>
              <a:cs typeface="+mn-cs"/>
            </a:endParaRPr>
          </a:p>
        </p:txBody>
      </p:sp>
      <p:sp>
        <p:nvSpPr>
          <p:cNvPr id="3" name="Footer Placeholder 2"/>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99" b="0" i="0" u="none" strike="noStrike" kern="1200" cap="none" spc="0" normalizeH="0" baseline="0" noProof="0">
              <a:ln>
                <a:noFill/>
              </a:ln>
              <a:solidFill>
                <a:prstClr val="black"/>
              </a:solidFill>
              <a:effectLst/>
              <a:uLnTx/>
              <a:uFillTx/>
              <a:latin typeface="Corbel" panose="020B0503020204020204"/>
              <a:ea typeface="+mn-ea"/>
              <a:cs typeface="+mn-cs"/>
            </a:endParaRPr>
          </a:p>
        </p:txBody>
      </p:sp>
      <p:sp>
        <p:nvSpPr>
          <p:cNvPr id="4" name="Slide Number Placeholder 3"/>
          <p:cNvSpPr>
            <a:spLocks noGrp="1"/>
          </p:cNvSpPr>
          <p:nvPr>
            <p:ph type="sldNum" sz="quarter" idx="12"/>
          </p:nvPr>
        </p:nvSpPr>
        <p:spPr>
          <a:xfrm>
            <a:off x="10951857" y="5883275"/>
            <a:ext cx="551167" cy="365125"/>
          </a:xfrm>
          <a:prstGeom prst="rect">
            <a:avLst/>
          </a:prstGeom>
        </p:spPr>
        <p:txBody>
          <a:bodyPr/>
          <a:lstStyle/>
          <a:p>
            <a:pPr marL="0" marR="0" lvl="0" indent="0" algn="l" defTabSz="304404"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800" b="0" i="0" u="none" strike="noStrike" kern="1200" cap="none" spc="0" normalizeH="0" baseline="0" noProof="0" smtClean="0">
                <a:ln>
                  <a:noFill/>
                </a:ln>
                <a:solidFill>
                  <a:prstClr val="black"/>
                </a:solidFill>
                <a:effectLst/>
                <a:uLnTx/>
                <a:uFillTx/>
                <a:latin typeface="Corbel" panose="020B0503020204020204"/>
                <a:ea typeface="+mn-ea"/>
                <a:cs typeface="+mn-cs"/>
              </a:rPr>
              <a:pPr marL="0" marR="0" lvl="0" indent="0" algn="l" defTabSz="304404" rtl="0" eaLnBrk="1" fontAlgn="auto" latinLnBrk="0" hangingPunct="1">
                <a:lnSpc>
                  <a:spcPct val="100000"/>
                </a:lnSpc>
                <a:spcBef>
                  <a:spcPts val="0"/>
                </a:spcBef>
                <a:spcAft>
                  <a:spcPts val="0"/>
                </a:spcAft>
                <a:buClrTx/>
                <a:buSzTx/>
                <a:buFontTx/>
                <a:buNone/>
                <a:tabLst/>
                <a:defRPr/>
              </a:pPr>
              <a:t>‹#›</a:t>
            </a:fld>
            <a:endParaRPr kumimoji="0" lang="en-US" sz="1800" b="0" i="0" u="none" strike="noStrike" kern="1200" cap="none" spc="0" normalizeH="0" baseline="0" noProof="0">
              <a:ln>
                <a:noFill/>
              </a:ln>
              <a:solidFill>
                <a:prstClr val="black"/>
              </a:solidFill>
              <a:effectLst/>
              <a:uLnTx/>
              <a:uFillTx/>
              <a:latin typeface="Corbel" panose="020B0503020204020204"/>
              <a:ea typeface="+mn-ea"/>
              <a:cs typeface="+mn-cs"/>
            </a:endParaRPr>
          </a:p>
        </p:txBody>
      </p:sp>
    </p:spTree>
    <p:extLst>
      <p:ext uri="{BB962C8B-B14F-4D97-AF65-F5344CB8AC3E}">
        <p14:creationId xmlns:p14="http://schemas.microsoft.com/office/powerpoint/2010/main" val="36692547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pPr marL="0" marR="0" lvl="0" indent="0" algn="r" defTabSz="304404" rtl="0" eaLnBrk="1" fontAlgn="auto" latinLnBrk="0" hangingPunct="1">
              <a:lnSpc>
                <a:spcPct val="100000"/>
              </a:lnSpc>
              <a:spcBef>
                <a:spcPts val="0"/>
              </a:spcBef>
              <a:spcAft>
                <a:spcPts val="0"/>
              </a:spcAft>
              <a:buClrTx/>
              <a:buSzTx/>
              <a:buFontTx/>
              <a:buNone/>
              <a:tabLst/>
              <a:defRPr/>
            </a:pPr>
            <a:fld id="{BA4D7499-D8DD-4E43-B53D-A8B1FBC4502A}" type="datetime1">
              <a:rPr kumimoji="0" lang="en-US" sz="999" b="0" i="0" u="none" strike="noStrike" kern="1200" cap="none" spc="0" normalizeH="0" baseline="0" noProof="0" smtClean="0">
                <a:ln>
                  <a:noFill/>
                </a:ln>
                <a:solidFill>
                  <a:prstClr val="black"/>
                </a:solidFill>
                <a:effectLst/>
                <a:uLnTx/>
                <a:uFillTx/>
                <a:latin typeface="Corbel" panose="020B0503020204020204"/>
                <a:ea typeface="+mn-ea"/>
                <a:cs typeface="+mn-cs"/>
              </a:rPr>
              <a:pPr marL="0" marR="0" lvl="0" indent="0" algn="r" defTabSz="304404" rtl="0" eaLnBrk="1" fontAlgn="auto" latinLnBrk="0" hangingPunct="1">
                <a:lnSpc>
                  <a:spcPct val="100000"/>
                </a:lnSpc>
                <a:spcBef>
                  <a:spcPts val="0"/>
                </a:spcBef>
                <a:spcAft>
                  <a:spcPts val="0"/>
                </a:spcAft>
                <a:buClrTx/>
                <a:buSzTx/>
                <a:buFontTx/>
                <a:buNone/>
                <a:tabLst/>
                <a:defRPr/>
              </a:pPr>
              <a:t>9/2/2026</a:t>
            </a:fld>
            <a:endParaRPr kumimoji="0" lang="en-US" sz="999" b="0" i="0" u="none" strike="noStrike" kern="1200" cap="none" spc="0" normalizeH="0" baseline="0" noProof="0">
              <a:ln>
                <a:noFill/>
              </a:ln>
              <a:solidFill>
                <a:prstClr val="black"/>
              </a:solidFill>
              <a:effectLst/>
              <a:uLnTx/>
              <a:uFillTx/>
              <a:latin typeface="Corbel" panose="020B0503020204020204"/>
              <a:ea typeface="+mn-ea"/>
              <a:cs typeface="+mn-cs"/>
            </a:endParaRPr>
          </a:p>
        </p:txBody>
      </p:sp>
      <p:sp>
        <p:nvSpPr>
          <p:cNvPr id="4" name="Footer Placeholder 3"/>
          <p:cNvSpPr>
            <a:spLocks noGrp="1"/>
          </p:cNvSpPr>
          <p:nvPr>
            <p:ph type="ftr" sz="quarter" idx="11"/>
          </p:nvPr>
        </p:nvSpPr>
        <p:spPr/>
        <p:txBody>
          <a:bodyPr/>
          <a:lstStyle/>
          <a:p>
            <a:pPr marL="0" marR="0" lvl="0" indent="0" algn="l" defTabSz="304404" rtl="0" eaLnBrk="1" fontAlgn="auto" latinLnBrk="0" hangingPunct="1">
              <a:lnSpc>
                <a:spcPct val="100000"/>
              </a:lnSpc>
              <a:spcBef>
                <a:spcPts val="0"/>
              </a:spcBef>
              <a:spcAft>
                <a:spcPts val="0"/>
              </a:spcAft>
              <a:buClrTx/>
              <a:buSzTx/>
              <a:buFontTx/>
              <a:buNone/>
              <a:tabLst/>
              <a:defRPr/>
            </a:pPr>
            <a:endParaRPr kumimoji="0" lang="en-US" sz="999" b="0" i="0" u="none" strike="noStrike" kern="1200" cap="none" spc="0" normalizeH="0" baseline="0" noProof="0">
              <a:ln>
                <a:noFill/>
              </a:ln>
              <a:solidFill>
                <a:prstClr val="black"/>
              </a:solidFill>
              <a:effectLst/>
              <a:uLnTx/>
              <a:uFillTx/>
              <a:latin typeface="Corbel" panose="020B0503020204020204"/>
              <a:ea typeface="+mn-ea"/>
              <a:cs typeface="+mn-cs"/>
            </a:endParaRPr>
          </a:p>
        </p:txBody>
      </p:sp>
      <p:sp>
        <p:nvSpPr>
          <p:cNvPr id="5" name="Slide Number Placeholder 4"/>
          <p:cNvSpPr>
            <a:spLocks noGrp="1"/>
          </p:cNvSpPr>
          <p:nvPr>
            <p:ph type="sldNum" sz="quarter" idx="12"/>
          </p:nvPr>
        </p:nvSpPr>
        <p:spPr>
          <a:xfrm>
            <a:off x="10951857" y="5883275"/>
            <a:ext cx="551167" cy="365125"/>
          </a:xfrm>
          <a:prstGeom prst="rect">
            <a:avLst/>
          </a:prstGeom>
        </p:spPr>
        <p:txBody>
          <a:bodyPr/>
          <a:lstStyle/>
          <a:p>
            <a:pPr marL="0" marR="0" lvl="0" indent="0" algn="l" defTabSz="304404"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198" b="0" i="0" u="none" strike="noStrike" kern="1200" cap="none" spc="0" normalizeH="0" baseline="0" noProof="0" smtClean="0">
                <a:ln>
                  <a:noFill/>
                </a:ln>
                <a:solidFill>
                  <a:prstClr val="black"/>
                </a:solidFill>
                <a:effectLst/>
                <a:uLnTx/>
                <a:uFillTx/>
                <a:latin typeface="Corbel" panose="020B0503020204020204"/>
                <a:ea typeface="+mn-ea"/>
                <a:cs typeface="+mn-cs"/>
              </a:rPr>
              <a:pPr marL="0" marR="0" lvl="0" indent="0" algn="l" defTabSz="304404" rtl="0" eaLnBrk="1" fontAlgn="auto" latinLnBrk="0" hangingPunct="1">
                <a:lnSpc>
                  <a:spcPct val="100000"/>
                </a:lnSpc>
                <a:spcBef>
                  <a:spcPts val="0"/>
                </a:spcBef>
                <a:spcAft>
                  <a:spcPts val="0"/>
                </a:spcAft>
                <a:buClrTx/>
                <a:buSzTx/>
                <a:buFontTx/>
                <a:buNone/>
                <a:tabLst/>
                <a:defRPr/>
              </a:pPr>
              <a:t>‹#›</a:t>
            </a:fld>
            <a:endParaRPr kumimoji="0" lang="en-US" sz="1198" b="0" i="0" u="none" strike="noStrike" kern="1200" cap="none" spc="0" normalizeH="0" baseline="0" noProof="0">
              <a:ln>
                <a:noFill/>
              </a:ln>
              <a:solidFill>
                <a:prstClr val="black"/>
              </a:solidFill>
              <a:effectLst/>
              <a:uLnTx/>
              <a:uFillTx/>
              <a:latin typeface="Corbel" panose="020B0503020204020204"/>
              <a:ea typeface="+mn-ea"/>
              <a:cs typeface="+mn-cs"/>
            </a:endParaRPr>
          </a:p>
        </p:txBody>
      </p:sp>
    </p:spTree>
    <p:extLst>
      <p:ext uri="{BB962C8B-B14F-4D97-AF65-F5344CB8AC3E}">
        <p14:creationId xmlns:p14="http://schemas.microsoft.com/office/powerpoint/2010/main" val="831052392"/>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slideLayout" Target="../slideLayouts/slideLayout3.xml"/><Relationship Id="rId1" Type="http://schemas.openxmlformats.org/officeDocument/2006/relationships/slideLayout" Target="../slideLayouts/slideLayout2.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B120B93-CA8D-432E-B613-8C55BEDA434A}" type="datetimeFigureOut">
              <a:rPr lang="en-US" smtClean="0"/>
              <a:t>9/2/2026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7532807-1EDE-4860-AD1B-9E81397CB479}" type="slidenum">
              <a:rPr lang="en-US" smtClean="0"/>
              <a:t>‹#›</a:t>
            </a:fld>
            <a:endParaRPr lang="en-US"/>
          </a:p>
        </p:txBody>
      </p:sp>
    </p:spTree>
    <p:extLst>
      <p:ext uri="{BB962C8B-B14F-4D97-AF65-F5344CB8AC3E}">
        <p14:creationId xmlns:p14="http://schemas.microsoft.com/office/powerpoint/2010/main" val="1399214827"/>
      </p:ext>
    </p:extLst>
  </p:cSld>
  <p:clrMap bg1="lt1" tx1="dk1" bg2="lt2" tx2="dk2" accent1="accent1" accent2="accent2" accent3="accent3" accent4="accent4" accent5="accent5" accent6="accent6" hlink="hlink" folHlink="folHlink"/>
  <p:sldLayoutIdLst>
    <p:sldLayoutId id="214748366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3" y="1"/>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484311" y="685801"/>
            <a:ext cx="10018713" cy="1752599"/>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84311" y="2667000"/>
            <a:ext cx="10018713" cy="3124201"/>
          </a:xfrm>
          <a:prstGeom prst="rect">
            <a:avLst/>
          </a:prstGeom>
        </p:spPr>
        <p:txBody>
          <a:bodyPr vert="horz" lIns="91440" tIns="45720" rIns="91440" bIns="45720" rtlCol="0"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999" b="0" i="0">
                <a:solidFill>
                  <a:schemeClr val="tx1"/>
                </a:solidFill>
                <a:effectLst/>
                <a:latin typeface="+mn-lt"/>
              </a:defRPr>
            </a:lvl1pPr>
          </a:lstStyle>
          <a:p>
            <a:pPr defTabSz="304404"/>
            <a:fld id="{54CB286C-67FA-4C98-B5A3-041A10484A65}" type="datetime1">
              <a:rPr lang="en-US" smtClean="0">
                <a:solidFill>
                  <a:prstClr val="black"/>
                </a:solidFill>
              </a:rPr>
              <a:pPr defTabSz="304404"/>
              <a:t>9/2/2026</a:t>
            </a:fld>
            <a:endParaRPr lang="en-US">
              <a:solidFill>
                <a:prstClr val="black"/>
              </a:solidFill>
            </a:endParaRPr>
          </a:p>
        </p:txBody>
      </p:sp>
      <p:sp>
        <p:nvSpPr>
          <p:cNvPr id="5" name="Footer Placeholder 4"/>
          <p:cNvSpPr>
            <a:spLocks noGrp="1"/>
          </p:cNvSpPr>
          <p:nvPr>
            <p:ph type="ftr" sz="quarter" idx="3"/>
          </p:nvPr>
        </p:nvSpPr>
        <p:spPr>
          <a:xfrm>
            <a:off x="2572280" y="5883275"/>
            <a:ext cx="7084177" cy="365125"/>
          </a:xfrm>
          <a:prstGeom prst="rect">
            <a:avLst/>
          </a:prstGeom>
        </p:spPr>
        <p:txBody>
          <a:bodyPr vert="horz" lIns="91440" tIns="45720" rIns="91440" bIns="45720" rtlCol="0" anchor="ctr"/>
          <a:lstStyle>
            <a:lvl1pPr algn="l">
              <a:defRPr sz="999" b="0" i="0">
                <a:solidFill>
                  <a:schemeClr val="tx1"/>
                </a:solidFill>
                <a:effectLst/>
                <a:latin typeface="+mn-lt"/>
              </a:defRPr>
            </a:lvl1pPr>
          </a:lstStyle>
          <a:p>
            <a:pPr defTabSz="304404"/>
            <a:endParaRPr lang="en-US">
              <a:solidFill>
                <a:prstClr val="black"/>
              </a:solidFill>
            </a:endParaRPr>
          </a:p>
        </p:txBody>
      </p:sp>
    </p:spTree>
    <p:extLst>
      <p:ext uri="{BB962C8B-B14F-4D97-AF65-F5344CB8AC3E}">
        <p14:creationId xmlns:p14="http://schemas.microsoft.com/office/powerpoint/2010/main" val="253311460"/>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Lst>
  <p:hf sldNum="0" hdr="0" ftr="0" dt="0"/>
  <p:txStyles>
    <p:titleStyle>
      <a:lvl1pPr algn="ctr" defTabSz="456910" rtl="0" eaLnBrk="1" latinLnBrk="0" hangingPunct="1">
        <a:spcBef>
          <a:spcPct val="0"/>
        </a:spcBef>
        <a:buNone/>
        <a:defRPr sz="3997"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569" indent="-285569" algn="l" defTabSz="456910" rtl="0" eaLnBrk="1" latinLnBrk="0" hangingPunct="1">
        <a:spcBef>
          <a:spcPct val="20000"/>
        </a:spcBef>
        <a:spcAft>
          <a:spcPts val="600"/>
        </a:spcAft>
        <a:buClr>
          <a:schemeClr val="accent1">
            <a:lumMod val="75000"/>
          </a:schemeClr>
        </a:buClr>
        <a:buSzPct val="145000"/>
        <a:buFont typeface="Arial"/>
        <a:buChar char="•"/>
        <a:defRPr sz="2398" kern="1200" cap="none">
          <a:solidFill>
            <a:schemeClr val="tx1"/>
          </a:solidFill>
          <a:effectLst/>
          <a:latin typeface="+mn-lt"/>
          <a:ea typeface="+mn-ea"/>
          <a:cs typeface="+mn-cs"/>
        </a:defRPr>
      </a:lvl1pPr>
      <a:lvl2pPr marL="742479" indent="-285569" algn="l" defTabSz="456910" rtl="0" eaLnBrk="1" latinLnBrk="0" hangingPunct="1">
        <a:spcBef>
          <a:spcPct val="20000"/>
        </a:spcBef>
        <a:spcAft>
          <a:spcPts val="600"/>
        </a:spcAft>
        <a:buClr>
          <a:schemeClr val="accent1">
            <a:lumMod val="75000"/>
          </a:schemeClr>
        </a:buClr>
        <a:buSzPct val="145000"/>
        <a:buFont typeface="Arial"/>
        <a:buChar char="•"/>
        <a:defRPr sz="1999" kern="1200" cap="none">
          <a:solidFill>
            <a:schemeClr val="tx1"/>
          </a:solidFill>
          <a:effectLst/>
          <a:latin typeface="+mn-lt"/>
          <a:ea typeface="+mn-ea"/>
          <a:cs typeface="+mn-cs"/>
        </a:defRPr>
      </a:lvl2pPr>
      <a:lvl3pPr marL="1199389" indent="-285569" algn="l" defTabSz="456910" rtl="0" eaLnBrk="1" latinLnBrk="0" hangingPunct="1">
        <a:spcBef>
          <a:spcPct val="20000"/>
        </a:spcBef>
        <a:spcAft>
          <a:spcPts val="600"/>
        </a:spcAft>
        <a:buClr>
          <a:schemeClr val="accent1">
            <a:lumMod val="75000"/>
          </a:schemeClr>
        </a:buClr>
        <a:buSzPct val="145000"/>
        <a:buFont typeface="Arial"/>
        <a:buChar char="•"/>
        <a:defRPr sz="1799" kern="1200" cap="none">
          <a:solidFill>
            <a:schemeClr val="tx1"/>
          </a:solidFill>
          <a:effectLst/>
          <a:latin typeface="+mn-lt"/>
          <a:ea typeface="+mn-ea"/>
          <a:cs typeface="+mn-cs"/>
        </a:defRPr>
      </a:lvl3pPr>
      <a:lvl4pPr marL="1542071" indent="-171341" algn="l" defTabSz="456910" rtl="0" eaLnBrk="1" latinLnBrk="0" hangingPunct="1">
        <a:spcBef>
          <a:spcPct val="20000"/>
        </a:spcBef>
        <a:spcAft>
          <a:spcPts val="600"/>
        </a:spcAft>
        <a:buClr>
          <a:schemeClr val="accent1">
            <a:lumMod val="75000"/>
          </a:schemeClr>
        </a:buClr>
        <a:buSzPct val="145000"/>
        <a:buFont typeface="Arial"/>
        <a:buChar char="•"/>
        <a:defRPr sz="1599" kern="1200" cap="none">
          <a:solidFill>
            <a:schemeClr val="tx1"/>
          </a:solidFill>
          <a:effectLst/>
          <a:latin typeface="+mn-lt"/>
          <a:ea typeface="+mn-ea"/>
          <a:cs typeface="+mn-cs"/>
        </a:defRPr>
      </a:lvl4pPr>
      <a:lvl5pPr marL="1998981" indent="-171341" algn="l" defTabSz="456910" rtl="0" eaLnBrk="1" latinLnBrk="0" hangingPunct="1">
        <a:spcBef>
          <a:spcPct val="20000"/>
        </a:spcBef>
        <a:spcAft>
          <a:spcPts val="600"/>
        </a:spcAft>
        <a:buClr>
          <a:schemeClr val="accent1">
            <a:lumMod val="75000"/>
          </a:schemeClr>
        </a:buClr>
        <a:buSzPct val="145000"/>
        <a:buFont typeface="Arial"/>
        <a:buChar char="•"/>
        <a:defRPr sz="1399" kern="1200" cap="none">
          <a:solidFill>
            <a:schemeClr val="tx1"/>
          </a:solidFill>
          <a:effectLst/>
          <a:latin typeface="+mn-lt"/>
          <a:ea typeface="+mn-ea"/>
          <a:cs typeface="+mn-cs"/>
        </a:defRPr>
      </a:lvl5pPr>
      <a:lvl6pPr marL="2513006" indent="-228455" algn="l" defTabSz="456910" rtl="0" eaLnBrk="1" latinLnBrk="0" hangingPunct="1">
        <a:spcBef>
          <a:spcPct val="20000"/>
        </a:spcBef>
        <a:spcAft>
          <a:spcPts val="600"/>
        </a:spcAft>
        <a:buClr>
          <a:schemeClr val="accent1">
            <a:lumMod val="75000"/>
          </a:schemeClr>
        </a:buClr>
        <a:buSzPct val="145000"/>
        <a:buFont typeface="Arial"/>
        <a:buChar char="•"/>
        <a:defRPr sz="1399" kern="1200" cap="none">
          <a:solidFill>
            <a:schemeClr val="tx1"/>
          </a:solidFill>
          <a:effectLst/>
          <a:latin typeface="+mn-lt"/>
          <a:ea typeface="+mn-ea"/>
          <a:cs typeface="+mn-cs"/>
        </a:defRPr>
      </a:lvl6pPr>
      <a:lvl7pPr marL="2969915" indent="-228455" algn="l" defTabSz="456910" rtl="0" eaLnBrk="1" latinLnBrk="0" hangingPunct="1">
        <a:spcBef>
          <a:spcPct val="20000"/>
        </a:spcBef>
        <a:spcAft>
          <a:spcPts val="600"/>
        </a:spcAft>
        <a:buClr>
          <a:schemeClr val="accent1">
            <a:lumMod val="75000"/>
          </a:schemeClr>
        </a:buClr>
        <a:buSzPct val="145000"/>
        <a:buFont typeface="Arial"/>
        <a:buChar char="•"/>
        <a:defRPr sz="1399" kern="1200" cap="none">
          <a:solidFill>
            <a:schemeClr val="tx1"/>
          </a:solidFill>
          <a:effectLst/>
          <a:latin typeface="+mn-lt"/>
          <a:ea typeface="+mn-ea"/>
          <a:cs typeface="+mn-cs"/>
        </a:defRPr>
      </a:lvl7pPr>
      <a:lvl8pPr marL="3426825" indent="-228455" algn="l" defTabSz="456910" rtl="0" eaLnBrk="1" latinLnBrk="0" hangingPunct="1">
        <a:spcBef>
          <a:spcPct val="20000"/>
        </a:spcBef>
        <a:spcAft>
          <a:spcPts val="600"/>
        </a:spcAft>
        <a:buClr>
          <a:schemeClr val="accent1">
            <a:lumMod val="75000"/>
          </a:schemeClr>
        </a:buClr>
        <a:buSzPct val="145000"/>
        <a:buFont typeface="Arial"/>
        <a:buChar char="•"/>
        <a:defRPr sz="1399" kern="1200" cap="none">
          <a:solidFill>
            <a:schemeClr val="tx1"/>
          </a:solidFill>
          <a:effectLst/>
          <a:latin typeface="+mn-lt"/>
          <a:ea typeface="+mn-ea"/>
          <a:cs typeface="+mn-cs"/>
        </a:defRPr>
      </a:lvl8pPr>
      <a:lvl9pPr marL="3883735" indent="-228455" algn="l" defTabSz="456910" rtl="0" eaLnBrk="1" latinLnBrk="0" hangingPunct="1">
        <a:spcBef>
          <a:spcPct val="20000"/>
        </a:spcBef>
        <a:spcAft>
          <a:spcPts val="600"/>
        </a:spcAft>
        <a:buClr>
          <a:schemeClr val="accent1">
            <a:lumMod val="75000"/>
          </a:schemeClr>
        </a:buClr>
        <a:buSzPct val="145000"/>
        <a:buFont typeface="Arial"/>
        <a:buChar char="•"/>
        <a:defRPr sz="1399" kern="1200" cap="none">
          <a:solidFill>
            <a:schemeClr val="tx1"/>
          </a:solidFill>
          <a:effectLst/>
          <a:latin typeface="+mn-lt"/>
          <a:ea typeface="+mn-ea"/>
          <a:cs typeface="+mn-cs"/>
        </a:defRPr>
      </a:lvl9pPr>
    </p:bodyStyle>
    <p:otherStyle>
      <a:defPPr>
        <a:defRPr lang="en-US"/>
      </a:defPPr>
      <a:lvl1pPr marL="0" algn="l" defTabSz="456910" rtl="0" eaLnBrk="1" latinLnBrk="0" hangingPunct="1">
        <a:defRPr sz="1799" kern="1200">
          <a:solidFill>
            <a:schemeClr val="tx1"/>
          </a:solidFill>
          <a:latin typeface="+mn-lt"/>
          <a:ea typeface="+mn-ea"/>
          <a:cs typeface="+mn-cs"/>
        </a:defRPr>
      </a:lvl1pPr>
      <a:lvl2pPr marL="456910" algn="l" defTabSz="456910" rtl="0" eaLnBrk="1" latinLnBrk="0" hangingPunct="1">
        <a:defRPr sz="1799" kern="1200">
          <a:solidFill>
            <a:schemeClr val="tx1"/>
          </a:solidFill>
          <a:latin typeface="+mn-lt"/>
          <a:ea typeface="+mn-ea"/>
          <a:cs typeface="+mn-cs"/>
        </a:defRPr>
      </a:lvl2pPr>
      <a:lvl3pPr marL="913820" algn="l" defTabSz="456910" rtl="0" eaLnBrk="1" latinLnBrk="0" hangingPunct="1">
        <a:defRPr sz="1799" kern="1200">
          <a:solidFill>
            <a:schemeClr val="tx1"/>
          </a:solidFill>
          <a:latin typeface="+mn-lt"/>
          <a:ea typeface="+mn-ea"/>
          <a:cs typeface="+mn-cs"/>
        </a:defRPr>
      </a:lvl3pPr>
      <a:lvl4pPr marL="1370730" algn="l" defTabSz="456910" rtl="0" eaLnBrk="1" latinLnBrk="0" hangingPunct="1">
        <a:defRPr sz="1799" kern="1200">
          <a:solidFill>
            <a:schemeClr val="tx1"/>
          </a:solidFill>
          <a:latin typeface="+mn-lt"/>
          <a:ea typeface="+mn-ea"/>
          <a:cs typeface="+mn-cs"/>
        </a:defRPr>
      </a:lvl4pPr>
      <a:lvl5pPr marL="1827640" algn="l" defTabSz="456910" rtl="0" eaLnBrk="1" latinLnBrk="0" hangingPunct="1">
        <a:defRPr sz="1799" kern="1200">
          <a:solidFill>
            <a:schemeClr val="tx1"/>
          </a:solidFill>
          <a:latin typeface="+mn-lt"/>
          <a:ea typeface="+mn-ea"/>
          <a:cs typeface="+mn-cs"/>
        </a:defRPr>
      </a:lvl5pPr>
      <a:lvl6pPr marL="2284550" algn="l" defTabSz="456910" rtl="0" eaLnBrk="1" latinLnBrk="0" hangingPunct="1">
        <a:defRPr sz="1799" kern="1200">
          <a:solidFill>
            <a:schemeClr val="tx1"/>
          </a:solidFill>
          <a:latin typeface="+mn-lt"/>
          <a:ea typeface="+mn-ea"/>
          <a:cs typeface="+mn-cs"/>
        </a:defRPr>
      </a:lvl6pPr>
      <a:lvl7pPr marL="2741460" algn="l" defTabSz="456910" rtl="0" eaLnBrk="1" latinLnBrk="0" hangingPunct="1">
        <a:defRPr sz="1799" kern="1200">
          <a:solidFill>
            <a:schemeClr val="tx1"/>
          </a:solidFill>
          <a:latin typeface="+mn-lt"/>
          <a:ea typeface="+mn-ea"/>
          <a:cs typeface="+mn-cs"/>
        </a:defRPr>
      </a:lvl7pPr>
      <a:lvl8pPr marL="3198370" algn="l" defTabSz="456910" rtl="0" eaLnBrk="1" latinLnBrk="0" hangingPunct="1">
        <a:defRPr sz="1799" kern="1200">
          <a:solidFill>
            <a:schemeClr val="tx1"/>
          </a:solidFill>
          <a:latin typeface="+mn-lt"/>
          <a:ea typeface="+mn-ea"/>
          <a:cs typeface="+mn-cs"/>
        </a:defRPr>
      </a:lvl8pPr>
      <a:lvl9pPr marL="3655281" algn="l" defTabSz="456910" rtl="0" eaLnBrk="1" latinLnBrk="0" hangingPunct="1">
        <a:defRPr sz="1799"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3" y="1"/>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484311" y="685801"/>
            <a:ext cx="10018713" cy="1752599"/>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84311" y="2667000"/>
            <a:ext cx="10018713" cy="3124201"/>
          </a:xfrm>
          <a:prstGeom prst="rect">
            <a:avLst/>
          </a:prstGeom>
        </p:spPr>
        <p:txBody>
          <a:bodyPr vert="horz" lIns="91440" tIns="45720" rIns="91440" bIns="45720" rtlCol="0"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999" b="0" i="0">
                <a:solidFill>
                  <a:schemeClr val="tx1"/>
                </a:solidFill>
                <a:effectLst/>
                <a:latin typeface="+mn-lt"/>
              </a:defRPr>
            </a:lvl1pPr>
          </a:lstStyle>
          <a:p>
            <a:fld id="{54CB286C-67FA-4C98-B5A3-041A10484A65}" type="datetime1">
              <a:rPr lang="en-US" smtClean="0"/>
              <a:t>9/2/2026</a:t>
            </a:fld>
            <a:endParaRPr lang="en-US"/>
          </a:p>
        </p:txBody>
      </p:sp>
      <p:sp>
        <p:nvSpPr>
          <p:cNvPr id="5" name="Footer Placeholder 4"/>
          <p:cNvSpPr>
            <a:spLocks noGrp="1"/>
          </p:cNvSpPr>
          <p:nvPr>
            <p:ph type="ftr" sz="quarter" idx="3"/>
          </p:nvPr>
        </p:nvSpPr>
        <p:spPr>
          <a:xfrm>
            <a:off x="2572280" y="5883275"/>
            <a:ext cx="7084177" cy="365125"/>
          </a:xfrm>
          <a:prstGeom prst="rect">
            <a:avLst/>
          </a:prstGeom>
        </p:spPr>
        <p:txBody>
          <a:bodyPr vert="horz" lIns="91440" tIns="45720" rIns="91440" bIns="45720" rtlCol="0" anchor="ctr"/>
          <a:lstStyle>
            <a:lvl1pPr algn="l">
              <a:defRPr sz="999" b="0" i="0">
                <a:solidFill>
                  <a:schemeClr val="tx1"/>
                </a:solidFill>
                <a:effectLst/>
                <a:latin typeface="+mn-lt"/>
              </a:defRPr>
            </a:lvl1pPr>
          </a:lstStyle>
          <a:p>
            <a:endParaRPr lang="en-US"/>
          </a:p>
        </p:txBody>
      </p:sp>
    </p:spTree>
    <p:extLst>
      <p:ext uri="{BB962C8B-B14F-4D97-AF65-F5344CB8AC3E}">
        <p14:creationId xmlns:p14="http://schemas.microsoft.com/office/powerpoint/2010/main" val="1872102513"/>
      </p:ext>
    </p:extLst>
  </p:cSld>
  <p:clrMap bg1="lt1" tx1="dk1" bg2="lt2" tx2="dk2" accent1="accent1" accent2="accent2" accent3="accent3" accent4="accent4" accent5="accent5" accent6="accent6" hlink="hlink" folHlink="folHlink"/>
  <p:sldLayoutIdLst>
    <p:sldLayoutId id="2147483667" r:id="rId1"/>
  </p:sldLayoutIdLst>
  <p:hf sldNum="0" hdr="0" ftr="0" dt="0"/>
  <p:txStyles>
    <p:titleStyle>
      <a:lvl1pPr algn="ctr" defTabSz="456910" rtl="0" eaLnBrk="1" latinLnBrk="0" hangingPunct="1">
        <a:spcBef>
          <a:spcPct val="0"/>
        </a:spcBef>
        <a:buNone/>
        <a:defRPr sz="3997"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569" indent="-285569" algn="l" defTabSz="456910" rtl="0" eaLnBrk="1" latinLnBrk="0" hangingPunct="1">
        <a:spcBef>
          <a:spcPct val="20000"/>
        </a:spcBef>
        <a:spcAft>
          <a:spcPts val="600"/>
        </a:spcAft>
        <a:buClr>
          <a:schemeClr val="accent1">
            <a:lumMod val="75000"/>
          </a:schemeClr>
        </a:buClr>
        <a:buSzPct val="145000"/>
        <a:buFont typeface="Arial"/>
        <a:buChar char="•"/>
        <a:defRPr sz="2398" kern="1200" cap="none">
          <a:solidFill>
            <a:schemeClr val="tx1"/>
          </a:solidFill>
          <a:effectLst/>
          <a:latin typeface="+mn-lt"/>
          <a:ea typeface="+mn-ea"/>
          <a:cs typeface="+mn-cs"/>
        </a:defRPr>
      </a:lvl1pPr>
      <a:lvl2pPr marL="742479" indent="-285569" algn="l" defTabSz="456910" rtl="0" eaLnBrk="1" latinLnBrk="0" hangingPunct="1">
        <a:spcBef>
          <a:spcPct val="20000"/>
        </a:spcBef>
        <a:spcAft>
          <a:spcPts val="600"/>
        </a:spcAft>
        <a:buClr>
          <a:schemeClr val="accent1">
            <a:lumMod val="75000"/>
          </a:schemeClr>
        </a:buClr>
        <a:buSzPct val="145000"/>
        <a:buFont typeface="Arial"/>
        <a:buChar char="•"/>
        <a:defRPr sz="1999" kern="1200" cap="none">
          <a:solidFill>
            <a:schemeClr val="tx1"/>
          </a:solidFill>
          <a:effectLst/>
          <a:latin typeface="+mn-lt"/>
          <a:ea typeface="+mn-ea"/>
          <a:cs typeface="+mn-cs"/>
        </a:defRPr>
      </a:lvl2pPr>
      <a:lvl3pPr marL="1199389" indent="-285569" algn="l" defTabSz="456910" rtl="0" eaLnBrk="1" latinLnBrk="0" hangingPunct="1">
        <a:spcBef>
          <a:spcPct val="20000"/>
        </a:spcBef>
        <a:spcAft>
          <a:spcPts val="600"/>
        </a:spcAft>
        <a:buClr>
          <a:schemeClr val="accent1">
            <a:lumMod val="75000"/>
          </a:schemeClr>
        </a:buClr>
        <a:buSzPct val="145000"/>
        <a:buFont typeface="Arial"/>
        <a:buChar char="•"/>
        <a:defRPr sz="1799" kern="1200" cap="none">
          <a:solidFill>
            <a:schemeClr val="tx1"/>
          </a:solidFill>
          <a:effectLst/>
          <a:latin typeface="+mn-lt"/>
          <a:ea typeface="+mn-ea"/>
          <a:cs typeface="+mn-cs"/>
        </a:defRPr>
      </a:lvl3pPr>
      <a:lvl4pPr marL="1542071" indent="-171341" algn="l" defTabSz="456910" rtl="0" eaLnBrk="1" latinLnBrk="0" hangingPunct="1">
        <a:spcBef>
          <a:spcPct val="20000"/>
        </a:spcBef>
        <a:spcAft>
          <a:spcPts val="600"/>
        </a:spcAft>
        <a:buClr>
          <a:schemeClr val="accent1">
            <a:lumMod val="75000"/>
          </a:schemeClr>
        </a:buClr>
        <a:buSzPct val="145000"/>
        <a:buFont typeface="Arial"/>
        <a:buChar char="•"/>
        <a:defRPr sz="1599" kern="1200" cap="none">
          <a:solidFill>
            <a:schemeClr val="tx1"/>
          </a:solidFill>
          <a:effectLst/>
          <a:latin typeface="+mn-lt"/>
          <a:ea typeface="+mn-ea"/>
          <a:cs typeface="+mn-cs"/>
        </a:defRPr>
      </a:lvl4pPr>
      <a:lvl5pPr marL="1998981" indent="-171341" algn="l" defTabSz="456910" rtl="0" eaLnBrk="1" latinLnBrk="0" hangingPunct="1">
        <a:spcBef>
          <a:spcPct val="20000"/>
        </a:spcBef>
        <a:spcAft>
          <a:spcPts val="600"/>
        </a:spcAft>
        <a:buClr>
          <a:schemeClr val="accent1">
            <a:lumMod val="75000"/>
          </a:schemeClr>
        </a:buClr>
        <a:buSzPct val="145000"/>
        <a:buFont typeface="Arial"/>
        <a:buChar char="•"/>
        <a:defRPr sz="1399" kern="1200" cap="none">
          <a:solidFill>
            <a:schemeClr val="tx1"/>
          </a:solidFill>
          <a:effectLst/>
          <a:latin typeface="+mn-lt"/>
          <a:ea typeface="+mn-ea"/>
          <a:cs typeface="+mn-cs"/>
        </a:defRPr>
      </a:lvl5pPr>
      <a:lvl6pPr marL="2513006" indent="-228455" algn="l" defTabSz="456910" rtl="0" eaLnBrk="1" latinLnBrk="0" hangingPunct="1">
        <a:spcBef>
          <a:spcPct val="20000"/>
        </a:spcBef>
        <a:spcAft>
          <a:spcPts val="600"/>
        </a:spcAft>
        <a:buClr>
          <a:schemeClr val="accent1">
            <a:lumMod val="75000"/>
          </a:schemeClr>
        </a:buClr>
        <a:buSzPct val="145000"/>
        <a:buFont typeface="Arial"/>
        <a:buChar char="•"/>
        <a:defRPr sz="1399" kern="1200" cap="none">
          <a:solidFill>
            <a:schemeClr val="tx1"/>
          </a:solidFill>
          <a:effectLst/>
          <a:latin typeface="+mn-lt"/>
          <a:ea typeface="+mn-ea"/>
          <a:cs typeface="+mn-cs"/>
        </a:defRPr>
      </a:lvl6pPr>
      <a:lvl7pPr marL="2969915" indent="-228455" algn="l" defTabSz="456910" rtl="0" eaLnBrk="1" latinLnBrk="0" hangingPunct="1">
        <a:spcBef>
          <a:spcPct val="20000"/>
        </a:spcBef>
        <a:spcAft>
          <a:spcPts val="600"/>
        </a:spcAft>
        <a:buClr>
          <a:schemeClr val="accent1">
            <a:lumMod val="75000"/>
          </a:schemeClr>
        </a:buClr>
        <a:buSzPct val="145000"/>
        <a:buFont typeface="Arial"/>
        <a:buChar char="•"/>
        <a:defRPr sz="1399" kern="1200" cap="none">
          <a:solidFill>
            <a:schemeClr val="tx1"/>
          </a:solidFill>
          <a:effectLst/>
          <a:latin typeface="+mn-lt"/>
          <a:ea typeface="+mn-ea"/>
          <a:cs typeface="+mn-cs"/>
        </a:defRPr>
      </a:lvl7pPr>
      <a:lvl8pPr marL="3426825" indent="-228455" algn="l" defTabSz="456910" rtl="0" eaLnBrk="1" latinLnBrk="0" hangingPunct="1">
        <a:spcBef>
          <a:spcPct val="20000"/>
        </a:spcBef>
        <a:spcAft>
          <a:spcPts val="600"/>
        </a:spcAft>
        <a:buClr>
          <a:schemeClr val="accent1">
            <a:lumMod val="75000"/>
          </a:schemeClr>
        </a:buClr>
        <a:buSzPct val="145000"/>
        <a:buFont typeface="Arial"/>
        <a:buChar char="•"/>
        <a:defRPr sz="1399" kern="1200" cap="none">
          <a:solidFill>
            <a:schemeClr val="tx1"/>
          </a:solidFill>
          <a:effectLst/>
          <a:latin typeface="+mn-lt"/>
          <a:ea typeface="+mn-ea"/>
          <a:cs typeface="+mn-cs"/>
        </a:defRPr>
      </a:lvl8pPr>
      <a:lvl9pPr marL="3883735" indent="-228455" algn="l" defTabSz="456910" rtl="0" eaLnBrk="1" latinLnBrk="0" hangingPunct="1">
        <a:spcBef>
          <a:spcPct val="20000"/>
        </a:spcBef>
        <a:spcAft>
          <a:spcPts val="600"/>
        </a:spcAft>
        <a:buClr>
          <a:schemeClr val="accent1">
            <a:lumMod val="75000"/>
          </a:schemeClr>
        </a:buClr>
        <a:buSzPct val="145000"/>
        <a:buFont typeface="Arial"/>
        <a:buChar char="•"/>
        <a:defRPr sz="1399" kern="1200" cap="none">
          <a:solidFill>
            <a:schemeClr val="tx1"/>
          </a:solidFill>
          <a:effectLst/>
          <a:latin typeface="+mn-lt"/>
          <a:ea typeface="+mn-ea"/>
          <a:cs typeface="+mn-cs"/>
        </a:defRPr>
      </a:lvl9pPr>
    </p:bodyStyle>
    <p:otherStyle>
      <a:defPPr>
        <a:defRPr lang="en-US"/>
      </a:defPPr>
      <a:lvl1pPr marL="0" algn="l" defTabSz="456910" rtl="0" eaLnBrk="1" latinLnBrk="0" hangingPunct="1">
        <a:defRPr sz="1799" kern="1200">
          <a:solidFill>
            <a:schemeClr val="tx1"/>
          </a:solidFill>
          <a:latin typeface="+mn-lt"/>
          <a:ea typeface="+mn-ea"/>
          <a:cs typeface="+mn-cs"/>
        </a:defRPr>
      </a:lvl1pPr>
      <a:lvl2pPr marL="456910" algn="l" defTabSz="456910" rtl="0" eaLnBrk="1" latinLnBrk="0" hangingPunct="1">
        <a:defRPr sz="1799" kern="1200">
          <a:solidFill>
            <a:schemeClr val="tx1"/>
          </a:solidFill>
          <a:latin typeface="+mn-lt"/>
          <a:ea typeface="+mn-ea"/>
          <a:cs typeface="+mn-cs"/>
        </a:defRPr>
      </a:lvl2pPr>
      <a:lvl3pPr marL="913820" algn="l" defTabSz="456910" rtl="0" eaLnBrk="1" latinLnBrk="0" hangingPunct="1">
        <a:defRPr sz="1799" kern="1200">
          <a:solidFill>
            <a:schemeClr val="tx1"/>
          </a:solidFill>
          <a:latin typeface="+mn-lt"/>
          <a:ea typeface="+mn-ea"/>
          <a:cs typeface="+mn-cs"/>
        </a:defRPr>
      </a:lvl3pPr>
      <a:lvl4pPr marL="1370730" algn="l" defTabSz="456910" rtl="0" eaLnBrk="1" latinLnBrk="0" hangingPunct="1">
        <a:defRPr sz="1799" kern="1200">
          <a:solidFill>
            <a:schemeClr val="tx1"/>
          </a:solidFill>
          <a:latin typeface="+mn-lt"/>
          <a:ea typeface="+mn-ea"/>
          <a:cs typeface="+mn-cs"/>
        </a:defRPr>
      </a:lvl4pPr>
      <a:lvl5pPr marL="1827640" algn="l" defTabSz="456910" rtl="0" eaLnBrk="1" latinLnBrk="0" hangingPunct="1">
        <a:defRPr sz="1799" kern="1200">
          <a:solidFill>
            <a:schemeClr val="tx1"/>
          </a:solidFill>
          <a:latin typeface="+mn-lt"/>
          <a:ea typeface="+mn-ea"/>
          <a:cs typeface="+mn-cs"/>
        </a:defRPr>
      </a:lvl5pPr>
      <a:lvl6pPr marL="2284550" algn="l" defTabSz="456910" rtl="0" eaLnBrk="1" latinLnBrk="0" hangingPunct="1">
        <a:defRPr sz="1799" kern="1200">
          <a:solidFill>
            <a:schemeClr val="tx1"/>
          </a:solidFill>
          <a:latin typeface="+mn-lt"/>
          <a:ea typeface="+mn-ea"/>
          <a:cs typeface="+mn-cs"/>
        </a:defRPr>
      </a:lvl6pPr>
      <a:lvl7pPr marL="2741460" algn="l" defTabSz="456910" rtl="0" eaLnBrk="1" latinLnBrk="0" hangingPunct="1">
        <a:defRPr sz="1799" kern="1200">
          <a:solidFill>
            <a:schemeClr val="tx1"/>
          </a:solidFill>
          <a:latin typeface="+mn-lt"/>
          <a:ea typeface="+mn-ea"/>
          <a:cs typeface="+mn-cs"/>
        </a:defRPr>
      </a:lvl7pPr>
      <a:lvl8pPr marL="3198370" algn="l" defTabSz="456910" rtl="0" eaLnBrk="1" latinLnBrk="0" hangingPunct="1">
        <a:defRPr sz="1799" kern="1200">
          <a:solidFill>
            <a:schemeClr val="tx1"/>
          </a:solidFill>
          <a:latin typeface="+mn-lt"/>
          <a:ea typeface="+mn-ea"/>
          <a:cs typeface="+mn-cs"/>
        </a:defRPr>
      </a:lvl8pPr>
      <a:lvl9pPr marL="3655281" algn="l" defTabSz="456910" rtl="0" eaLnBrk="1" latinLnBrk="0" hangingPunct="1">
        <a:defRPr sz="1799"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3.xml"/><Relationship Id="rId4" Type="http://schemas.openxmlformats.org/officeDocument/2006/relationships/image" Target="../media/image6.jp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2.xml"/><Relationship Id="rId1" Type="http://schemas.openxmlformats.org/officeDocument/2006/relationships/slideLayout" Target="../slideLayouts/slideLayout4.xml"/><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p:cNvPicPr>
            <a:picLocks noChangeAspect="1"/>
          </p:cNvPicPr>
          <p:nvPr/>
        </p:nvPicPr>
        <p:blipFill rotWithShape="1">
          <a:blip r:embed="rId2">
            <a:extLst>
              <a:ext uri="{28A0092B-C50C-407E-A947-70E740481C1C}">
                <a14:useLocalDpi xmlns:a14="http://schemas.microsoft.com/office/drawing/2010/main" val="0"/>
              </a:ext>
            </a:extLst>
          </a:blip>
          <a:srcRect t="7474" b="7474"/>
          <a:stretch/>
        </p:blipFill>
        <p:spPr>
          <a:xfrm>
            <a:off x="0" y="-27710"/>
            <a:ext cx="12192000" cy="6858000"/>
          </a:xfrm>
          <a:prstGeom prst="rect">
            <a:avLst/>
          </a:prstGeom>
          <a:effectLst>
            <a:outerShdw blurRad="63500" sx="102000" sy="102000" algn="ctr" rotWithShape="0">
              <a:prstClr val="black">
                <a:alpha val="40000"/>
              </a:prstClr>
            </a:outerShdw>
          </a:effectLst>
        </p:spPr>
      </p:pic>
      <p:pic>
        <p:nvPicPr>
          <p:cNvPr id="11" name="Picture 10"/>
          <p:cNvPicPr>
            <a:picLocks noChangeAspect="1"/>
          </p:cNvPicPr>
          <p:nvPr/>
        </p:nvPicPr>
        <p:blipFill rotWithShape="1">
          <a:blip r:embed="rId3">
            <a:extLst>
              <a:ext uri="{28A0092B-C50C-407E-A947-70E740481C1C}">
                <a14:useLocalDpi xmlns:a14="http://schemas.microsoft.com/office/drawing/2010/main" val="0"/>
              </a:ext>
            </a:extLst>
          </a:blip>
          <a:srcRect t="21875" b="21875"/>
          <a:stretch/>
        </p:blipFill>
        <p:spPr>
          <a:xfrm>
            <a:off x="12713110" y="-27710"/>
            <a:ext cx="12192000" cy="6858000"/>
          </a:xfrm>
          <a:prstGeom prst="rect">
            <a:avLst/>
          </a:prstGeom>
          <a:effectLst>
            <a:outerShdw blurRad="63500" sx="102000" sy="102000" algn="ctr" rotWithShape="0">
              <a:prstClr val="black">
                <a:alpha val="40000"/>
              </a:prstClr>
            </a:outerShdw>
          </a:effectLst>
        </p:spPr>
      </p:pic>
      <p:sp>
        <p:nvSpPr>
          <p:cNvPr id="10" name="Freeform 9"/>
          <p:cNvSpPr/>
          <p:nvPr/>
        </p:nvSpPr>
        <p:spPr>
          <a:xfrm>
            <a:off x="0" y="-27710"/>
            <a:ext cx="12192000" cy="6858000"/>
          </a:xfrm>
          <a:custGeom>
            <a:avLst/>
            <a:gdLst/>
            <a:ahLst/>
            <a:cxnLst/>
            <a:rect l="l" t="t" r="r" b="b"/>
            <a:pathLst>
              <a:path w="12192000" h="6858000">
                <a:moveTo>
                  <a:pt x="8189430" y="4754852"/>
                </a:moveTo>
                <a:lnTo>
                  <a:pt x="8217274" y="4845539"/>
                </a:lnTo>
                <a:lnTo>
                  <a:pt x="8161875" y="4845539"/>
                </a:lnTo>
                <a:close/>
                <a:moveTo>
                  <a:pt x="9608336" y="4744183"/>
                </a:moveTo>
                <a:cubicBezTo>
                  <a:pt x="9624741" y="4744183"/>
                  <a:pt x="9637734" y="4749660"/>
                  <a:pt x="9647312" y="4760616"/>
                </a:cubicBezTo>
                <a:cubicBezTo>
                  <a:pt x="9656892" y="4771572"/>
                  <a:pt x="9661682" y="4788924"/>
                  <a:pt x="9661682" y="4812671"/>
                </a:cubicBezTo>
                <a:cubicBezTo>
                  <a:pt x="9661682" y="4840893"/>
                  <a:pt x="9657092" y="4860453"/>
                  <a:pt x="9647915" y="4871351"/>
                </a:cubicBezTo>
                <a:cubicBezTo>
                  <a:pt x="9638738" y="4882250"/>
                  <a:pt x="9625774" y="4887699"/>
                  <a:pt x="9609024" y="4887699"/>
                </a:cubicBezTo>
                <a:cubicBezTo>
                  <a:pt x="9592734" y="4887699"/>
                  <a:pt x="9579856" y="4882135"/>
                  <a:pt x="9570392" y="4871007"/>
                </a:cubicBezTo>
                <a:cubicBezTo>
                  <a:pt x="9560927" y="4859879"/>
                  <a:pt x="9556195" y="4841581"/>
                  <a:pt x="9556195" y="4816113"/>
                </a:cubicBezTo>
                <a:cubicBezTo>
                  <a:pt x="9556195" y="4790415"/>
                  <a:pt x="9560956" y="4772003"/>
                  <a:pt x="9570478" y="4760875"/>
                </a:cubicBezTo>
                <a:cubicBezTo>
                  <a:pt x="9580000" y="4749747"/>
                  <a:pt x="9592620" y="4744183"/>
                  <a:pt x="9608336" y="4744183"/>
                </a:cubicBezTo>
                <a:close/>
                <a:moveTo>
                  <a:pt x="2207412" y="4744183"/>
                </a:moveTo>
                <a:cubicBezTo>
                  <a:pt x="2223817" y="4744183"/>
                  <a:pt x="2236809" y="4749660"/>
                  <a:pt x="2246389" y="4760616"/>
                </a:cubicBezTo>
                <a:cubicBezTo>
                  <a:pt x="2255968" y="4771572"/>
                  <a:pt x="2260757" y="4788924"/>
                  <a:pt x="2260757" y="4812671"/>
                </a:cubicBezTo>
                <a:cubicBezTo>
                  <a:pt x="2260757" y="4840893"/>
                  <a:pt x="2256169" y="4860453"/>
                  <a:pt x="2246991" y="4871351"/>
                </a:cubicBezTo>
                <a:cubicBezTo>
                  <a:pt x="2237813" y="4882250"/>
                  <a:pt x="2224849" y="4887699"/>
                  <a:pt x="2208100" y="4887699"/>
                </a:cubicBezTo>
                <a:cubicBezTo>
                  <a:pt x="2191810" y="4887699"/>
                  <a:pt x="2178932" y="4882135"/>
                  <a:pt x="2169468" y="4871007"/>
                </a:cubicBezTo>
                <a:cubicBezTo>
                  <a:pt x="2160003" y="4859879"/>
                  <a:pt x="2155271" y="4841581"/>
                  <a:pt x="2155271" y="4816113"/>
                </a:cubicBezTo>
                <a:cubicBezTo>
                  <a:pt x="2155271" y="4790415"/>
                  <a:pt x="2160032" y="4772003"/>
                  <a:pt x="2169554" y="4760875"/>
                </a:cubicBezTo>
                <a:cubicBezTo>
                  <a:pt x="2179075" y="4749747"/>
                  <a:pt x="2191695" y="4744183"/>
                  <a:pt x="2207412" y="4744183"/>
                </a:cubicBezTo>
                <a:close/>
                <a:moveTo>
                  <a:pt x="4584429" y="4740741"/>
                </a:moveTo>
                <a:lnTo>
                  <a:pt x="4606628" y="4740741"/>
                </a:lnTo>
                <a:cubicBezTo>
                  <a:pt x="4621197" y="4740741"/>
                  <a:pt x="4631121" y="4743494"/>
                  <a:pt x="4636399" y="4749001"/>
                </a:cubicBezTo>
                <a:cubicBezTo>
                  <a:pt x="4641676" y="4754507"/>
                  <a:pt x="4644315" y="4761219"/>
                  <a:pt x="4644315" y="4769134"/>
                </a:cubicBezTo>
                <a:cubicBezTo>
                  <a:pt x="4644315" y="4777280"/>
                  <a:pt x="4641274" y="4783962"/>
                  <a:pt x="4635194" y="4789182"/>
                </a:cubicBezTo>
                <a:cubicBezTo>
                  <a:pt x="4629114" y="4794402"/>
                  <a:pt x="4618559" y="4797012"/>
                  <a:pt x="4603530" y="4797012"/>
                </a:cubicBezTo>
                <a:lnTo>
                  <a:pt x="4584429" y="4797012"/>
                </a:lnTo>
                <a:close/>
                <a:moveTo>
                  <a:pt x="5090631" y="4740397"/>
                </a:moveTo>
                <a:lnTo>
                  <a:pt x="5124875" y="4740397"/>
                </a:lnTo>
                <a:cubicBezTo>
                  <a:pt x="5139101" y="4740397"/>
                  <a:pt x="5148794" y="4742576"/>
                  <a:pt x="5153957" y="4746936"/>
                </a:cubicBezTo>
                <a:cubicBezTo>
                  <a:pt x="5159120" y="4751295"/>
                  <a:pt x="5161701" y="4757548"/>
                  <a:pt x="5161701" y="4765693"/>
                </a:cubicBezTo>
                <a:cubicBezTo>
                  <a:pt x="5161701" y="4771199"/>
                  <a:pt x="5160066" y="4776075"/>
                  <a:pt x="5156797" y="4780320"/>
                </a:cubicBezTo>
                <a:cubicBezTo>
                  <a:pt x="5153527" y="4784565"/>
                  <a:pt x="5149311" y="4787203"/>
                  <a:pt x="5144148" y="4788236"/>
                </a:cubicBezTo>
                <a:cubicBezTo>
                  <a:pt x="5133939" y="4790530"/>
                  <a:pt x="5127056" y="4791677"/>
                  <a:pt x="5123499" y="4791677"/>
                </a:cubicBezTo>
                <a:lnTo>
                  <a:pt x="5090631" y="4791677"/>
                </a:lnTo>
                <a:close/>
                <a:moveTo>
                  <a:pt x="10041016" y="4689460"/>
                </a:moveTo>
                <a:lnTo>
                  <a:pt x="10041016" y="4941733"/>
                </a:lnTo>
                <a:lnTo>
                  <a:pt x="10114324" y="4941733"/>
                </a:lnTo>
                <a:lnTo>
                  <a:pt x="10114324" y="4803218"/>
                </a:lnTo>
                <a:lnTo>
                  <a:pt x="10208797" y="4941733"/>
                </a:lnTo>
                <a:lnTo>
                  <a:pt x="10282276" y="4941733"/>
                </a:lnTo>
                <a:lnTo>
                  <a:pt x="10282276" y="4689460"/>
                </a:lnTo>
                <a:lnTo>
                  <a:pt x="10208797" y="4689460"/>
                </a:lnTo>
                <a:lnTo>
                  <a:pt x="10208797" y="4829030"/>
                </a:lnTo>
                <a:lnTo>
                  <a:pt x="10113807" y="4689460"/>
                </a:lnTo>
                <a:close/>
                <a:moveTo>
                  <a:pt x="9100622" y="4689460"/>
                </a:moveTo>
                <a:lnTo>
                  <a:pt x="9100622" y="4941733"/>
                </a:lnTo>
                <a:lnTo>
                  <a:pt x="9178748" y="4941733"/>
                </a:lnTo>
                <a:lnTo>
                  <a:pt x="9178748" y="4689460"/>
                </a:lnTo>
                <a:close/>
                <a:moveTo>
                  <a:pt x="8565450" y="4689460"/>
                </a:moveTo>
                <a:lnTo>
                  <a:pt x="8565450" y="4751754"/>
                </a:lnTo>
                <a:lnTo>
                  <a:pt x="8644953" y="4751754"/>
                </a:lnTo>
                <a:lnTo>
                  <a:pt x="8644953" y="4941733"/>
                </a:lnTo>
                <a:lnTo>
                  <a:pt x="8722906" y="4941733"/>
                </a:lnTo>
                <a:lnTo>
                  <a:pt x="8722906" y="4751754"/>
                </a:lnTo>
                <a:lnTo>
                  <a:pt x="8802408" y="4751754"/>
                </a:lnTo>
                <a:lnTo>
                  <a:pt x="8802408" y="4689460"/>
                </a:lnTo>
                <a:close/>
                <a:moveTo>
                  <a:pt x="8147872" y="4689460"/>
                </a:moveTo>
                <a:lnTo>
                  <a:pt x="8053054" y="4941733"/>
                </a:lnTo>
                <a:lnTo>
                  <a:pt x="8132648" y="4941733"/>
                </a:lnTo>
                <a:lnTo>
                  <a:pt x="8144943" y="4900089"/>
                </a:lnTo>
                <a:lnTo>
                  <a:pt x="8233445" y="4900089"/>
                </a:lnTo>
                <a:lnTo>
                  <a:pt x="8246066" y="4941733"/>
                </a:lnTo>
                <a:lnTo>
                  <a:pt x="8327698" y="4941733"/>
                </a:lnTo>
                <a:lnTo>
                  <a:pt x="8232902" y="4689460"/>
                </a:lnTo>
                <a:close/>
                <a:moveTo>
                  <a:pt x="7574851" y="4689460"/>
                </a:moveTo>
                <a:lnTo>
                  <a:pt x="7574851" y="4751754"/>
                </a:lnTo>
                <a:lnTo>
                  <a:pt x="7654353" y="4751754"/>
                </a:lnTo>
                <a:lnTo>
                  <a:pt x="7654353" y="4941733"/>
                </a:lnTo>
                <a:lnTo>
                  <a:pt x="7732306" y="4941733"/>
                </a:lnTo>
                <a:lnTo>
                  <a:pt x="7732306" y="4751754"/>
                </a:lnTo>
                <a:lnTo>
                  <a:pt x="7811809" y="4751754"/>
                </a:lnTo>
                <a:lnTo>
                  <a:pt x="7811809" y="4689460"/>
                </a:lnTo>
                <a:close/>
                <a:moveTo>
                  <a:pt x="7050167" y="4689460"/>
                </a:moveTo>
                <a:lnTo>
                  <a:pt x="7050167" y="4941733"/>
                </a:lnTo>
                <a:lnTo>
                  <a:pt x="7123474" y="4941733"/>
                </a:lnTo>
                <a:lnTo>
                  <a:pt x="7123474" y="4803218"/>
                </a:lnTo>
                <a:lnTo>
                  <a:pt x="7217947" y="4941733"/>
                </a:lnTo>
                <a:lnTo>
                  <a:pt x="7291426" y="4941733"/>
                </a:lnTo>
                <a:lnTo>
                  <a:pt x="7291426" y="4689460"/>
                </a:lnTo>
                <a:lnTo>
                  <a:pt x="7217947" y="4689460"/>
                </a:lnTo>
                <a:lnTo>
                  <a:pt x="7217947" y="4829030"/>
                </a:lnTo>
                <a:lnTo>
                  <a:pt x="7122958" y="4689460"/>
                </a:lnTo>
                <a:close/>
                <a:moveTo>
                  <a:pt x="6544653" y="4689460"/>
                </a:moveTo>
                <a:lnTo>
                  <a:pt x="6544653" y="4941733"/>
                </a:lnTo>
                <a:lnTo>
                  <a:pt x="6757347" y="4941733"/>
                </a:lnTo>
                <a:lnTo>
                  <a:pt x="6757347" y="4884602"/>
                </a:lnTo>
                <a:lnTo>
                  <a:pt x="6622779" y="4884602"/>
                </a:lnTo>
                <a:lnTo>
                  <a:pt x="6622779" y="4834870"/>
                </a:lnTo>
                <a:lnTo>
                  <a:pt x="6744097" y="4834870"/>
                </a:lnTo>
                <a:lnTo>
                  <a:pt x="6744097" y="4783417"/>
                </a:lnTo>
                <a:lnTo>
                  <a:pt x="6622779" y="4783417"/>
                </a:lnTo>
                <a:lnTo>
                  <a:pt x="6622779" y="4743322"/>
                </a:lnTo>
                <a:lnTo>
                  <a:pt x="6753561" y="4743322"/>
                </a:lnTo>
                <a:lnTo>
                  <a:pt x="6753561" y="4689460"/>
                </a:lnTo>
                <a:close/>
                <a:moveTo>
                  <a:pt x="5535003" y="4689460"/>
                </a:moveTo>
                <a:lnTo>
                  <a:pt x="5535003" y="4941733"/>
                </a:lnTo>
                <a:lnTo>
                  <a:pt x="5747698" y="4941733"/>
                </a:lnTo>
                <a:lnTo>
                  <a:pt x="5747698" y="4884602"/>
                </a:lnTo>
                <a:lnTo>
                  <a:pt x="5613129" y="4884602"/>
                </a:lnTo>
                <a:lnTo>
                  <a:pt x="5613129" y="4834870"/>
                </a:lnTo>
                <a:lnTo>
                  <a:pt x="5734448" y="4834870"/>
                </a:lnTo>
                <a:lnTo>
                  <a:pt x="5734448" y="4783417"/>
                </a:lnTo>
                <a:lnTo>
                  <a:pt x="5613129" y="4783417"/>
                </a:lnTo>
                <a:lnTo>
                  <a:pt x="5613129" y="4743322"/>
                </a:lnTo>
                <a:lnTo>
                  <a:pt x="5743912" y="4743322"/>
                </a:lnTo>
                <a:lnTo>
                  <a:pt x="5743912" y="4689460"/>
                </a:lnTo>
                <a:close/>
                <a:moveTo>
                  <a:pt x="5012333" y="4689460"/>
                </a:moveTo>
                <a:lnTo>
                  <a:pt x="5012333" y="4941733"/>
                </a:lnTo>
                <a:lnTo>
                  <a:pt x="5090631" y="4941733"/>
                </a:lnTo>
                <a:lnTo>
                  <a:pt x="5090631" y="4839344"/>
                </a:lnTo>
                <a:lnTo>
                  <a:pt x="5097515" y="4839344"/>
                </a:lnTo>
                <a:cubicBezTo>
                  <a:pt x="5104627" y="4839344"/>
                  <a:pt x="5110994" y="4841294"/>
                  <a:pt x="5116615" y="4845195"/>
                </a:cubicBezTo>
                <a:cubicBezTo>
                  <a:pt x="5120745" y="4848178"/>
                  <a:pt x="5125449" y="4854659"/>
                  <a:pt x="5130727" y="4864640"/>
                </a:cubicBezTo>
                <a:lnTo>
                  <a:pt x="5172394" y="4941733"/>
                </a:lnTo>
                <a:lnTo>
                  <a:pt x="5260476" y="4941733"/>
                </a:lnTo>
                <a:lnTo>
                  <a:pt x="5222725" y="4868633"/>
                </a:lnTo>
                <a:cubicBezTo>
                  <a:pt x="5220893" y="4864958"/>
                  <a:pt x="5217252" y="4859734"/>
                  <a:pt x="5211807" y="4852959"/>
                </a:cubicBezTo>
                <a:cubicBezTo>
                  <a:pt x="5206361" y="4846184"/>
                  <a:pt x="5202205" y="4841763"/>
                  <a:pt x="5199339" y="4839696"/>
                </a:cubicBezTo>
                <a:cubicBezTo>
                  <a:pt x="5195095" y="4836597"/>
                  <a:pt x="5188332" y="4833497"/>
                  <a:pt x="5179047" y="4830396"/>
                </a:cubicBezTo>
                <a:cubicBezTo>
                  <a:pt x="5190640" y="4827757"/>
                  <a:pt x="5199766" y="4824430"/>
                  <a:pt x="5206424" y="4820415"/>
                </a:cubicBezTo>
                <a:cubicBezTo>
                  <a:pt x="5216869" y="4814105"/>
                  <a:pt x="5225075" y="4805874"/>
                  <a:pt x="5231045" y="4795721"/>
                </a:cubicBezTo>
                <a:cubicBezTo>
                  <a:pt x="5237014" y="4785568"/>
                  <a:pt x="5239999" y="4773494"/>
                  <a:pt x="5239999" y="4759498"/>
                </a:cubicBezTo>
                <a:cubicBezTo>
                  <a:pt x="5239999" y="4743437"/>
                  <a:pt x="5236099" y="4729814"/>
                  <a:pt x="5228297" y="4718628"/>
                </a:cubicBezTo>
                <a:cubicBezTo>
                  <a:pt x="5220496" y="4707443"/>
                  <a:pt x="5210228" y="4699785"/>
                  <a:pt x="5197495" y="4695655"/>
                </a:cubicBezTo>
                <a:cubicBezTo>
                  <a:pt x="5184760" y="4691525"/>
                  <a:pt x="5166348" y="4689460"/>
                  <a:pt x="5142256" y="4689460"/>
                </a:cubicBezTo>
                <a:close/>
                <a:moveTo>
                  <a:pt x="4506131" y="4689460"/>
                </a:moveTo>
                <a:lnTo>
                  <a:pt x="4506131" y="4941733"/>
                </a:lnTo>
                <a:lnTo>
                  <a:pt x="4584429" y="4941733"/>
                </a:lnTo>
                <a:lnTo>
                  <a:pt x="4584429" y="4848120"/>
                </a:lnTo>
                <a:lnTo>
                  <a:pt x="4627106" y="4848120"/>
                </a:lnTo>
                <a:cubicBezTo>
                  <a:pt x="4658539" y="4848120"/>
                  <a:pt x="4681914" y="4840950"/>
                  <a:pt x="4697229" y="4826610"/>
                </a:cubicBezTo>
                <a:cubicBezTo>
                  <a:pt x="4712544" y="4812270"/>
                  <a:pt x="4720203" y="4792366"/>
                  <a:pt x="4720203" y="4766897"/>
                </a:cubicBezTo>
                <a:cubicBezTo>
                  <a:pt x="4720203" y="4742118"/>
                  <a:pt x="4713175" y="4723016"/>
                  <a:pt x="4699123" y="4709594"/>
                </a:cubicBezTo>
                <a:cubicBezTo>
                  <a:pt x="4685069" y="4696171"/>
                  <a:pt x="4663931" y="4689460"/>
                  <a:pt x="4635710" y="4689460"/>
                </a:cubicBezTo>
                <a:close/>
                <a:moveTo>
                  <a:pt x="3566608" y="4689460"/>
                </a:moveTo>
                <a:lnTo>
                  <a:pt x="3664867" y="4836075"/>
                </a:lnTo>
                <a:lnTo>
                  <a:pt x="3664867" y="4941733"/>
                </a:lnTo>
                <a:lnTo>
                  <a:pt x="3742992" y="4941733"/>
                </a:lnTo>
                <a:lnTo>
                  <a:pt x="3742992" y="4836075"/>
                </a:lnTo>
                <a:lnTo>
                  <a:pt x="3841080" y="4689460"/>
                </a:lnTo>
                <a:lnTo>
                  <a:pt x="3754955" y="4689460"/>
                </a:lnTo>
                <a:lnTo>
                  <a:pt x="3704024" y="4774566"/>
                </a:lnTo>
                <a:lnTo>
                  <a:pt x="3653198" y="4689460"/>
                </a:lnTo>
                <a:close/>
                <a:moveTo>
                  <a:pt x="3010191" y="4689460"/>
                </a:moveTo>
                <a:lnTo>
                  <a:pt x="3010191" y="4941733"/>
                </a:lnTo>
                <a:lnTo>
                  <a:pt x="3074033" y="4941733"/>
                </a:lnTo>
                <a:lnTo>
                  <a:pt x="3074033" y="4749345"/>
                </a:lnTo>
                <a:lnTo>
                  <a:pt x="3123134" y="4941733"/>
                </a:lnTo>
                <a:lnTo>
                  <a:pt x="3180921" y="4941733"/>
                </a:lnTo>
                <a:lnTo>
                  <a:pt x="3230112" y="4749345"/>
                </a:lnTo>
                <a:lnTo>
                  <a:pt x="3230112" y="4941733"/>
                </a:lnTo>
                <a:lnTo>
                  <a:pt x="3293955" y="4941733"/>
                </a:lnTo>
                <a:lnTo>
                  <a:pt x="3293955" y="4689460"/>
                </a:lnTo>
                <a:lnTo>
                  <a:pt x="3191499" y="4689460"/>
                </a:lnTo>
                <a:lnTo>
                  <a:pt x="3152245" y="4842958"/>
                </a:lnTo>
                <a:lnTo>
                  <a:pt x="3112709" y="4689460"/>
                </a:lnTo>
                <a:close/>
                <a:moveTo>
                  <a:pt x="1574101" y="4689460"/>
                </a:moveTo>
                <a:lnTo>
                  <a:pt x="1574101" y="4751754"/>
                </a:lnTo>
                <a:lnTo>
                  <a:pt x="1653604" y="4751754"/>
                </a:lnTo>
                <a:lnTo>
                  <a:pt x="1653604" y="4941733"/>
                </a:lnTo>
                <a:lnTo>
                  <a:pt x="1731557" y="4941733"/>
                </a:lnTo>
                <a:lnTo>
                  <a:pt x="1731557" y="4751754"/>
                </a:lnTo>
                <a:lnTo>
                  <a:pt x="1811059" y="4751754"/>
                </a:lnTo>
                <a:lnTo>
                  <a:pt x="1811059" y="4689460"/>
                </a:lnTo>
                <a:close/>
                <a:moveTo>
                  <a:pt x="9608508" y="4685158"/>
                </a:moveTo>
                <a:cubicBezTo>
                  <a:pt x="9567552" y="4685158"/>
                  <a:pt x="9535602" y="4696630"/>
                  <a:pt x="9512658" y="4719575"/>
                </a:cubicBezTo>
                <a:cubicBezTo>
                  <a:pt x="9489714" y="4742519"/>
                  <a:pt x="9478242" y="4774584"/>
                  <a:pt x="9478242" y="4815769"/>
                </a:cubicBezTo>
                <a:cubicBezTo>
                  <a:pt x="9478242" y="4845252"/>
                  <a:pt x="9484036" y="4869803"/>
                  <a:pt x="9495622" y="4889420"/>
                </a:cubicBezTo>
                <a:cubicBezTo>
                  <a:pt x="9507209" y="4909038"/>
                  <a:pt x="9522324" y="4923378"/>
                  <a:pt x="9540966" y="4932441"/>
                </a:cubicBezTo>
                <a:cubicBezTo>
                  <a:pt x="9559608" y="4941504"/>
                  <a:pt x="9583155" y="4946035"/>
                  <a:pt x="9611606" y="4946035"/>
                </a:cubicBezTo>
                <a:cubicBezTo>
                  <a:pt x="9639598" y="4946035"/>
                  <a:pt x="9662972" y="4940787"/>
                  <a:pt x="9681729" y="4930290"/>
                </a:cubicBezTo>
                <a:cubicBezTo>
                  <a:pt x="9700486" y="4919793"/>
                  <a:pt x="9714826" y="4905108"/>
                  <a:pt x="9724750" y="4886237"/>
                </a:cubicBezTo>
                <a:cubicBezTo>
                  <a:pt x="9734674" y="4867365"/>
                  <a:pt x="9739635" y="4843187"/>
                  <a:pt x="9739635" y="4813704"/>
                </a:cubicBezTo>
                <a:cubicBezTo>
                  <a:pt x="9739635" y="4773092"/>
                  <a:pt x="9728278" y="4741515"/>
                  <a:pt x="9705562" y="4718972"/>
                </a:cubicBezTo>
                <a:cubicBezTo>
                  <a:pt x="9682848" y="4696430"/>
                  <a:pt x="9650496" y="4685158"/>
                  <a:pt x="9608508" y="4685158"/>
                </a:cubicBezTo>
                <a:close/>
                <a:moveTo>
                  <a:pt x="6143078" y="4685158"/>
                </a:moveTo>
                <a:cubicBezTo>
                  <a:pt x="6116807" y="4685158"/>
                  <a:pt x="6096128" y="4688456"/>
                  <a:pt x="6081043" y="4695053"/>
                </a:cubicBezTo>
                <a:cubicBezTo>
                  <a:pt x="6065956" y="4701649"/>
                  <a:pt x="6054656" y="4710712"/>
                  <a:pt x="6047142" y="4722242"/>
                </a:cubicBezTo>
                <a:cubicBezTo>
                  <a:pt x="6039628" y="4733772"/>
                  <a:pt x="6035871" y="4746018"/>
                  <a:pt x="6035871" y="4758982"/>
                </a:cubicBezTo>
                <a:cubicBezTo>
                  <a:pt x="6035871" y="4778714"/>
                  <a:pt x="6043213" y="4794947"/>
                  <a:pt x="6057898" y="4807681"/>
                </a:cubicBezTo>
                <a:cubicBezTo>
                  <a:pt x="6072467" y="4820415"/>
                  <a:pt x="6096845" y="4830625"/>
                  <a:pt x="6131033" y="4838312"/>
                </a:cubicBezTo>
                <a:cubicBezTo>
                  <a:pt x="6151912" y="4842901"/>
                  <a:pt x="6165219" y="4847776"/>
                  <a:pt x="6170956" y="4852939"/>
                </a:cubicBezTo>
                <a:cubicBezTo>
                  <a:pt x="6176691" y="4858101"/>
                  <a:pt x="6179560" y="4863952"/>
                  <a:pt x="6179560" y="4870491"/>
                </a:cubicBezTo>
                <a:cubicBezTo>
                  <a:pt x="6179560" y="4877374"/>
                  <a:pt x="6176548" y="4883426"/>
                  <a:pt x="6170526" y="4888646"/>
                </a:cubicBezTo>
                <a:cubicBezTo>
                  <a:pt x="6164503" y="4893866"/>
                  <a:pt x="6155927" y="4896476"/>
                  <a:pt x="6144799" y="4896476"/>
                </a:cubicBezTo>
                <a:cubicBezTo>
                  <a:pt x="6129885" y="4896476"/>
                  <a:pt x="6118413" y="4891370"/>
                  <a:pt x="6110383" y="4881160"/>
                </a:cubicBezTo>
                <a:cubicBezTo>
                  <a:pt x="6105449" y="4874850"/>
                  <a:pt x="6102180" y="4865673"/>
                  <a:pt x="6100574" y="4853627"/>
                </a:cubicBezTo>
                <a:lnTo>
                  <a:pt x="6026406" y="4858273"/>
                </a:lnTo>
                <a:cubicBezTo>
                  <a:pt x="6028586" y="4883741"/>
                  <a:pt x="6037936" y="4904735"/>
                  <a:pt x="6054456" y="4921255"/>
                </a:cubicBezTo>
                <a:cubicBezTo>
                  <a:pt x="6070976" y="4937775"/>
                  <a:pt x="6100689" y="4946035"/>
                  <a:pt x="6143595" y="4946035"/>
                </a:cubicBezTo>
                <a:cubicBezTo>
                  <a:pt x="6168030" y="4946035"/>
                  <a:pt x="6188279" y="4942508"/>
                  <a:pt x="6204340" y="4935452"/>
                </a:cubicBezTo>
                <a:cubicBezTo>
                  <a:pt x="6220400" y="4928397"/>
                  <a:pt x="6232905" y="4918043"/>
                  <a:pt x="6241854" y="4904391"/>
                </a:cubicBezTo>
                <a:cubicBezTo>
                  <a:pt x="6250802" y="4890739"/>
                  <a:pt x="6255276" y="4875826"/>
                  <a:pt x="6255276" y="4859650"/>
                </a:cubicBezTo>
                <a:cubicBezTo>
                  <a:pt x="6255276" y="4845883"/>
                  <a:pt x="6251921" y="4833436"/>
                  <a:pt x="6245209" y="4822308"/>
                </a:cubicBezTo>
                <a:cubicBezTo>
                  <a:pt x="6238498" y="4811180"/>
                  <a:pt x="6227771" y="4801859"/>
                  <a:pt x="6213030" y="4794345"/>
                </a:cubicBezTo>
                <a:cubicBezTo>
                  <a:pt x="6198288" y="4786830"/>
                  <a:pt x="6173881" y="4779402"/>
                  <a:pt x="6139809" y="4772060"/>
                </a:cubicBezTo>
                <a:cubicBezTo>
                  <a:pt x="6126042" y="4769192"/>
                  <a:pt x="6117323" y="4766094"/>
                  <a:pt x="6113652" y="4762767"/>
                </a:cubicBezTo>
                <a:cubicBezTo>
                  <a:pt x="6109866" y="4759555"/>
                  <a:pt x="6107974" y="4755941"/>
                  <a:pt x="6107974" y="4751926"/>
                </a:cubicBezTo>
                <a:cubicBezTo>
                  <a:pt x="6107974" y="4746420"/>
                  <a:pt x="6110268" y="4741745"/>
                  <a:pt x="6114857" y="4737901"/>
                </a:cubicBezTo>
                <a:cubicBezTo>
                  <a:pt x="6119446" y="4734058"/>
                  <a:pt x="6126271" y="4732137"/>
                  <a:pt x="6135335" y="4732137"/>
                </a:cubicBezTo>
                <a:cubicBezTo>
                  <a:pt x="6146348" y="4732137"/>
                  <a:pt x="6154981" y="4734718"/>
                  <a:pt x="6161233" y="4739880"/>
                </a:cubicBezTo>
                <a:cubicBezTo>
                  <a:pt x="6167485" y="4745043"/>
                  <a:pt x="6171587" y="4753303"/>
                  <a:pt x="6173537" y="4764660"/>
                </a:cubicBezTo>
                <a:lnTo>
                  <a:pt x="6247016" y="4760358"/>
                </a:lnTo>
                <a:cubicBezTo>
                  <a:pt x="6243804" y="4734202"/>
                  <a:pt x="6233737" y="4715129"/>
                  <a:pt x="6216816" y="4703141"/>
                </a:cubicBezTo>
                <a:cubicBezTo>
                  <a:pt x="6199894" y="4691152"/>
                  <a:pt x="6175315" y="4685158"/>
                  <a:pt x="6143078" y="4685158"/>
                </a:cubicBezTo>
                <a:close/>
                <a:moveTo>
                  <a:pt x="2207584" y="4685158"/>
                </a:moveTo>
                <a:cubicBezTo>
                  <a:pt x="2166628" y="4685158"/>
                  <a:pt x="2134678" y="4696630"/>
                  <a:pt x="2111734" y="4719575"/>
                </a:cubicBezTo>
                <a:cubicBezTo>
                  <a:pt x="2088789" y="4742519"/>
                  <a:pt x="2077317" y="4774584"/>
                  <a:pt x="2077317" y="4815769"/>
                </a:cubicBezTo>
                <a:cubicBezTo>
                  <a:pt x="2077317" y="4845252"/>
                  <a:pt x="2083111" y="4869803"/>
                  <a:pt x="2094697" y="4889420"/>
                </a:cubicBezTo>
                <a:cubicBezTo>
                  <a:pt x="2106285" y="4909038"/>
                  <a:pt x="2121399" y="4923378"/>
                  <a:pt x="2140041" y="4932441"/>
                </a:cubicBezTo>
                <a:cubicBezTo>
                  <a:pt x="2158683" y="4941504"/>
                  <a:pt x="2182230" y="4946035"/>
                  <a:pt x="2210681" y="4946035"/>
                </a:cubicBezTo>
                <a:cubicBezTo>
                  <a:pt x="2238674" y="4946035"/>
                  <a:pt x="2262048" y="4940787"/>
                  <a:pt x="2280805" y="4930290"/>
                </a:cubicBezTo>
                <a:cubicBezTo>
                  <a:pt x="2299562" y="4919793"/>
                  <a:pt x="2313902" y="4905108"/>
                  <a:pt x="2323826" y="4886237"/>
                </a:cubicBezTo>
                <a:cubicBezTo>
                  <a:pt x="2333749" y="4867365"/>
                  <a:pt x="2338711" y="4843187"/>
                  <a:pt x="2338711" y="4813704"/>
                </a:cubicBezTo>
                <a:cubicBezTo>
                  <a:pt x="2338711" y="4773092"/>
                  <a:pt x="2327353" y="4741515"/>
                  <a:pt x="2304638" y="4718972"/>
                </a:cubicBezTo>
                <a:cubicBezTo>
                  <a:pt x="2281923" y="4696430"/>
                  <a:pt x="2249572" y="4685158"/>
                  <a:pt x="2207584" y="4685158"/>
                </a:cubicBezTo>
                <a:close/>
                <a:moveTo>
                  <a:pt x="7430295" y="2764945"/>
                </a:moveTo>
                <a:cubicBezTo>
                  <a:pt x="7466448" y="2768231"/>
                  <a:pt x="7484524" y="2774805"/>
                  <a:pt x="7484524" y="2784665"/>
                </a:cubicBezTo>
                <a:cubicBezTo>
                  <a:pt x="7504244" y="2784665"/>
                  <a:pt x="7514103" y="2861900"/>
                  <a:pt x="7514103" y="3016372"/>
                </a:cubicBezTo>
                <a:lnTo>
                  <a:pt x="7514103" y="3785441"/>
                </a:lnTo>
                <a:cubicBezTo>
                  <a:pt x="7514103" y="3865963"/>
                  <a:pt x="7512460" y="3916906"/>
                  <a:pt x="7509173" y="3938269"/>
                </a:cubicBezTo>
                <a:cubicBezTo>
                  <a:pt x="7509173" y="4036867"/>
                  <a:pt x="7486167" y="4086166"/>
                  <a:pt x="7440154" y="4086166"/>
                </a:cubicBezTo>
                <a:lnTo>
                  <a:pt x="7420435" y="4086166"/>
                </a:lnTo>
                <a:lnTo>
                  <a:pt x="7390855" y="4081237"/>
                </a:lnTo>
                <a:cubicBezTo>
                  <a:pt x="7361276" y="4081237"/>
                  <a:pt x="7346486" y="4017147"/>
                  <a:pt x="7346486" y="3888969"/>
                </a:cubicBezTo>
                <a:lnTo>
                  <a:pt x="7346486" y="2917773"/>
                </a:lnTo>
                <a:cubicBezTo>
                  <a:pt x="7346486" y="2815888"/>
                  <a:pt x="7374422" y="2764945"/>
                  <a:pt x="7430295" y="2764945"/>
                </a:cubicBezTo>
                <a:close/>
                <a:moveTo>
                  <a:pt x="4384843" y="2490101"/>
                </a:moveTo>
                <a:lnTo>
                  <a:pt x="4384843" y="4348685"/>
                </a:lnTo>
                <a:lnTo>
                  <a:pt x="4379913" y="4358545"/>
                </a:lnTo>
                <a:lnTo>
                  <a:pt x="4389773" y="4363475"/>
                </a:lnTo>
                <a:lnTo>
                  <a:pt x="5257441" y="4363475"/>
                </a:lnTo>
                <a:lnTo>
                  <a:pt x="5257441" y="3983870"/>
                </a:lnTo>
                <a:lnTo>
                  <a:pt x="4927136" y="3983870"/>
                </a:lnTo>
                <a:lnTo>
                  <a:pt x="4927136" y="2490101"/>
                </a:lnTo>
                <a:close/>
                <a:moveTo>
                  <a:pt x="9980613" y="2480241"/>
                </a:moveTo>
                <a:lnTo>
                  <a:pt x="9980613" y="4363475"/>
                </a:lnTo>
                <a:lnTo>
                  <a:pt x="10922229" y="4363475"/>
                </a:lnTo>
                <a:lnTo>
                  <a:pt x="10922229" y="3983870"/>
                </a:lnTo>
                <a:lnTo>
                  <a:pt x="10527836" y="3983870"/>
                </a:lnTo>
                <a:lnTo>
                  <a:pt x="10527836" y="3574686"/>
                </a:lnTo>
                <a:lnTo>
                  <a:pt x="10863070" y="3574686"/>
                </a:lnTo>
                <a:lnTo>
                  <a:pt x="10863070" y="3214801"/>
                </a:lnTo>
                <a:lnTo>
                  <a:pt x="10527836" y="3214801"/>
                </a:lnTo>
                <a:lnTo>
                  <a:pt x="10527836" y="2859846"/>
                </a:lnTo>
                <a:lnTo>
                  <a:pt x="10887720" y="2859846"/>
                </a:lnTo>
                <a:lnTo>
                  <a:pt x="10887720" y="2480241"/>
                </a:lnTo>
                <a:close/>
                <a:moveTo>
                  <a:pt x="8170863" y="2480241"/>
                </a:moveTo>
                <a:lnTo>
                  <a:pt x="8170863" y="4363475"/>
                </a:lnTo>
                <a:lnTo>
                  <a:pt x="8649066" y="4363475"/>
                </a:lnTo>
                <a:lnTo>
                  <a:pt x="8649066" y="3170432"/>
                </a:lnTo>
                <a:lnTo>
                  <a:pt x="8653996" y="3170432"/>
                </a:lnTo>
                <a:lnTo>
                  <a:pt x="8841334" y="4363475"/>
                </a:lnTo>
                <a:lnTo>
                  <a:pt x="9186429" y="4363475"/>
                </a:lnTo>
                <a:cubicBezTo>
                  <a:pt x="9304747" y="3573043"/>
                  <a:pt x="9363907" y="3170432"/>
                  <a:pt x="9363907" y="3155642"/>
                </a:cubicBezTo>
                <a:lnTo>
                  <a:pt x="9368836" y="3155642"/>
                </a:lnTo>
                <a:lnTo>
                  <a:pt x="9368836" y="4363475"/>
                </a:lnTo>
                <a:lnTo>
                  <a:pt x="9851970" y="4363475"/>
                </a:lnTo>
                <a:lnTo>
                  <a:pt x="9851970" y="2490101"/>
                </a:lnTo>
                <a:cubicBezTo>
                  <a:pt x="9851970" y="2484350"/>
                  <a:pt x="9848683" y="2481063"/>
                  <a:pt x="9842110" y="2480241"/>
                </a:cubicBezTo>
                <a:lnTo>
                  <a:pt x="9137130" y="2480241"/>
                </a:lnTo>
                <a:cubicBezTo>
                  <a:pt x="9058251" y="3040610"/>
                  <a:pt x="9018812" y="3326546"/>
                  <a:pt x="9018812" y="3338049"/>
                </a:cubicBezTo>
                <a:lnTo>
                  <a:pt x="9013882" y="3338049"/>
                </a:lnTo>
                <a:cubicBezTo>
                  <a:pt x="8944862" y="2895999"/>
                  <a:pt x="8898850" y="2610063"/>
                  <a:pt x="8875844" y="2480241"/>
                </a:cubicBezTo>
                <a:close/>
                <a:moveTo>
                  <a:pt x="3294063" y="2480241"/>
                </a:moveTo>
                <a:lnTo>
                  <a:pt x="3294063" y="4363475"/>
                </a:lnTo>
                <a:lnTo>
                  <a:pt x="4235680" y="4363475"/>
                </a:lnTo>
                <a:lnTo>
                  <a:pt x="4235680" y="3983870"/>
                </a:lnTo>
                <a:lnTo>
                  <a:pt x="3841286" y="3983870"/>
                </a:lnTo>
                <a:lnTo>
                  <a:pt x="3841286" y="3574686"/>
                </a:lnTo>
                <a:lnTo>
                  <a:pt x="4176521" y="3574686"/>
                </a:lnTo>
                <a:lnTo>
                  <a:pt x="4176521" y="3214801"/>
                </a:lnTo>
                <a:lnTo>
                  <a:pt x="3841286" y="3214801"/>
                </a:lnTo>
                <a:lnTo>
                  <a:pt x="3841286" y="2859846"/>
                </a:lnTo>
                <a:lnTo>
                  <a:pt x="4201171" y="2859846"/>
                </a:lnTo>
                <a:lnTo>
                  <a:pt x="4201171" y="2480241"/>
                </a:lnTo>
                <a:close/>
                <a:moveTo>
                  <a:pt x="1055809" y="2480241"/>
                </a:moveTo>
                <a:lnTo>
                  <a:pt x="1297376" y="4363475"/>
                </a:lnTo>
                <a:lnTo>
                  <a:pt x="1977707" y="4363475"/>
                </a:lnTo>
                <a:cubicBezTo>
                  <a:pt x="2063159" y="3814609"/>
                  <a:pt x="2110815" y="3495807"/>
                  <a:pt x="2120675" y="3407069"/>
                </a:cubicBezTo>
                <a:lnTo>
                  <a:pt x="2125604" y="3407069"/>
                </a:lnTo>
                <a:cubicBezTo>
                  <a:pt x="2184764" y="3826934"/>
                  <a:pt x="2238993" y="4145736"/>
                  <a:pt x="2288292" y="4363475"/>
                </a:cubicBezTo>
                <a:lnTo>
                  <a:pt x="2968623" y="4363475"/>
                </a:lnTo>
                <a:cubicBezTo>
                  <a:pt x="3073795" y="3559075"/>
                  <a:pt x="3154317" y="2931330"/>
                  <a:pt x="3210189" y="2480241"/>
                </a:cubicBezTo>
                <a:lnTo>
                  <a:pt x="2677757" y="2480241"/>
                </a:lnTo>
                <a:cubicBezTo>
                  <a:pt x="2582445" y="3153177"/>
                  <a:pt x="2534789" y="3580438"/>
                  <a:pt x="2534789" y="3762024"/>
                </a:cubicBezTo>
                <a:lnTo>
                  <a:pt x="2529859" y="3762024"/>
                </a:lnTo>
                <a:cubicBezTo>
                  <a:pt x="2470700" y="3071012"/>
                  <a:pt x="2436190" y="2691407"/>
                  <a:pt x="2426330" y="2623209"/>
                </a:cubicBezTo>
                <a:cubicBezTo>
                  <a:pt x="2422222" y="2527897"/>
                  <a:pt x="2415649" y="2480241"/>
                  <a:pt x="2406611" y="2480241"/>
                </a:cubicBezTo>
                <a:lnTo>
                  <a:pt x="1844598" y="2480241"/>
                </a:lnTo>
                <a:cubicBezTo>
                  <a:pt x="1785439" y="2850808"/>
                  <a:pt x="1736140" y="3264922"/>
                  <a:pt x="1696700" y="3722584"/>
                </a:cubicBezTo>
                <a:lnTo>
                  <a:pt x="1691771" y="3722584"/>
                </a:lnTo>
                <a:cubicBezTo>
                  <a:pt x="1691771" y="3703686"/>
                  <a:pt x="1657261" y="3289572"/>
                  <a:pt x="1588242" y="2480241"/>
                </a:cubicBezTo>
                <a:close/>
                <a:moveTo>
                  <a:pt x="5981490" y="2459289"/>
                </a:moveTo>
                <a:cubicBezTo>
                  <a:pt x="5898503" y="2459289"/>
                  <a:pt x="5813051" y="2474079"/>
                  <a:pt x="5725134" y="2503659"/>
                </a:cubicBezTo>
                <a:cubicBezTo>
                  <a:pt x="5579701" y="2558709"/>
                  <a:pt x="5479459" y="2644162"/>
                  <a:pt x="5424408" y="2760015"/>
                </a:cubicBezTo>
                <a:cubicBezTo>
                  <a:pt x="5394828" y="2792881"/>
                  <a:pt x="5380039" y="2991722"/>
                  <a:pt x="5380039" y="3356537"/>
                </a:cubicBezTo>
                <a:lnTo>
                  <a:pt x="5380039" y="3553734"/>
                </a:lnTo>
                <a:cubicBezTo>
                  <a:pt x="5380039" y="3925122"/>
                  <a:pt x="5412905" y="4140396"/>
                  <a:pt x="5478637" y="4199555"/>
                </a:cubicBezTo>
                <a:cubicBezTo>
                  <a:pt x="5590382" y="4337593"/>
                  <a:pt x="5764573" y="4406612"/>
                  <a:pt x="6001210" y="4406612"/>
                </a:cubicBezTo>
                <a:lnTo>
                  <a:pt x="6055439" y="4406612"/>
                </a:lnTo>
                <a:cubicBezTo>
                  <a:pt x="6276464" y="4406612"/>
                  <a:pt x="6450656" y="4332663"/>
                  <a:pt x="6578012" y="4184765"/>
                </a:cubicBezTo>
                <a:cubicBezTo>
                  <a:pt x="6640458" y="4120676"/>
                  <a:pt x="6671680" y="3957988"/>
                  <a:pt x="6671680" y="3696702"/>
                </a:cubicBezTo>
                <a:lnTo>
                  <a:pt x="6671680" y="3617823"/>
                </a:lnTo>
                <a:lnTo>
                  <a:pt x="6124458" y="3617823"/>
                </a:lnTo>
                <a:lnTo>
                  <a:pt x="6124458" y="3918549"/>
                </a:lnTo>
                <a:cubicBezTo>
                  <a:pt x="6124458" y="4030294"/>
                  <a:pt x="6096522" y="4086166"/>
                  <a:pt x="6040649" y="4086166"/>
                </a:cubicBezTo>
                <a:lnTo>
                  <a:pt x="6025859" y="4086166"/>
                </a:lnTo>
                <a:cubicBezTo>
                  <a:pt x="6014356" y="4086166"/>
                  <a:pt x="5999566" y="4084523"/>
                  <a:pt x="5981490" y="4081237"/>
                </a:cubicBezTo>
                <a:cubicBezTo>
                  <a:pt x="5948623" y="4071377"/>
                  <a:pt x="5932191" y="4023721"/>
                  <a:pt x="5932191" y="3938269"/>
                </a:cubicBezTo>
                <a:lnTo>
                  <a:pt x="5932191" y="2927633"/>
                </a:lnTo>
                <a:cubicBezTo>
                  <a:pt x="5932191" y="2829034"/>
                  <a:pt x="5958484" y="2779735"/>
                  <a:pt x="6011070" y="2779735"/>
                </a:cubicBezTo>
                <a:lnTo>
                  <a:pt x="6055439" y="2779735"/>
                </a:lnTo>
                <a:cubicBezTo>
                  <a:pt x="6062834" y="2779735"/>
                  <a:pt x="6069407" y="2781378"/>
                  <a:pt x="6075159" y="2784665"/>
                </a:cubicBezTo>
                <a:cubicBezTo>
                  <a:pt x="6108025" y="2784665"/>
                  <a:pt x="6124458" y="2856970"/>
                  <a:pt x="6124458" y="3001582"/>
                </a:cubicBezTo>
                <a:lnTo>
                  <a:pt x="6124458" y="3312167"/>
                </a:lnTo>
                <a:lnTo>
                  <a:pt x="6671680" y="3312167"/>
                </a:lnTo>
                <a:lnTo>
                  <a:pt x="6671680" y="3134690"/>
                </a:lnTo>
                <a:cubicBezTo>
                  <a:pt x="6671680" y="2961321"/>
                  <a:pt x="6653604" y="2826569"/>
                  <a:pt x="6617451" y="2730435"/>
                </a:cubicBezTo>
                <a:cubicBezTo>
                  <a:pt x="6503241" y="2549671"/>
                  <a:pt x="6315904" y="2459289"/>
                  <a:pt x="6055439" y="2459289"/>
                </a:cubicBezTo>
                <a:close/>
                <a:moveTo>
                  <a:pt x="7415505" y="2444499"/>
                </a:moveTo>
                <a:cubicBezTo>
                  <a:pt x="7154218" y="2444499"/>
                  <a:pt x="6968525" y="2534881"/>
                  <a:pt x="6858423" y="2715646"/>
                </a:cubicBezTo>
                <a:cubicBezTo>
                  <a:pt x="6818983" y="2775627"/>
                  <a:pt x="6799263" y="2920238"/>
                  <a:pt x="6799263" y="3149480"/>
                </a:cubicBezTo>
                <a:lnTo>
                  <a:pt x="6799263" y="3741071"/>
                </a:lnTo>
                <a:cubicBezTo>
                  <a:pt x="6799263" y="3958810"/>
                  <a:pt x="6825557" y="4101778"/>
                  <a:pt x="6878142" y="4169975"/>
                </a:cubicBezTo>
                <a:cubicBezTo>
                  <a:pt x="6998104" y="4327733"/>
                  <a:pt x="7167365" y="4406612"/>
                  <a:pt x="7385925" y="4406612"/>
                </a:cubicBezTo>
                <a:lnTo>
                  <a:pt x="7474664" y="4406612"/>
                </a:lnTo>
                <a:cubicBezTo>
                  <a:pt x="7708836" y="4406612"/>
                  <a:pt x="7883027" y="4317873"/>
                  <a:pt x="7997237" y="4140396"/>
                </a:cubicBezTo>
                <a:cubicBezTo>
                  <a:pt x="8039963" y="4096848"/>
                  <a:pt x="8061326" y="3914441"/>
                  <a:pt x="8061326" y="3593173"/>
                </a:cubicBezTo>
                <a:lnTo>
                  <a:pt x="8061326" y="3257938"/>
                </a:lnTo>
                <a:cubicBezTo>
                  <a:pt x="8061326" y="2979397"/>
                  <a:pt x="8048180" y="2815066"/>
                  <a:pt x="8021886" y="2764945"/>
                </a:cubicBezTo>
                <a:cubicBezTo>
                  <a:pt x="7921644" y="2551315"/>
                  <a:pt x="7732664" y="2444499"/>
                  <a:pt x="7454944" y="2444499"/>
                </a:cubicBezTo>
                <a:close/>
                <a:moveTo>
                  <a:pt x="0" y="0"/>
                </a:moveTo>
                <a:lnTo>
                  <a:pt x="12192000" y="0"/>
                </a:lnTo>
                <a:lnTo>
                  <a:pt x="12192000"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55599248"/>
      </p:ext>
    </p:extLst>
  </p:cSld>
  <p:clrMapOvr>
    <a:masterClrMapping/>
  </p:clrMapOvr>
  <mc:AlternateContent xmlns:mc="http://schemas.openxmlformats.org/markup-compatibility/2006" xmlns:p14="http://schemas.microsoft.com/office/powerpoint/2010/main">
    <mc:Choice Requires="p14">
      <p:transition spd="slow" p14:dur="2000">
        <p:randomBar dir="vert"/>
      </p:transition>
    </mc:Choice>
    <mc:Fallback xmlns="">
      <p:transition spd="slow">
        <p:randomBar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path" presetSubtype="0" accel="50000" decel="50000" fill="hold" nodeType="withEffect">
                                  <p:stCondLst>
                                    <p:cond delay="0"/>
                                  </p:stCondLst>
                                  <p:childTnLst>
                                    <p:animMotion origin="layout" path="M 1.66667E-6 -4.81481E-6 L -1.03464 -4.81481E-6 " pathEditMode="relative" rAng="0" ptsTypes="AA">
                                      <p:cBhvr>
                                        <p:cTn id="6" dur="6250" fill="hold"/>
                                        <p:tgtEl>
                                          <p:spTgt spid="11"/>
                                        </p:tgtEl>
                                        <p:attrNameLst>
                                          <p:attrName>ppt_x</p:attrName>
                                          <p:attrName>ppt_y</p:attrName>
                                        </p:attrNameLst>
                                      </p:cBhvr>
                                      <p:rCtr x="-51732"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2" name="object 2"/>
          <p:cNvSpPr txBox="1">
            <a:spLocks noGrp="1"/>
          </p:cNvSpPr>
          <p:nvPr>
            <p:ph type="title"/>
          </p:nvPr>
        </p:nvSpPr>
        <p:spPr>
          <a:xfrm>
            <a:off x="314446" y="2501188"/>
            <a:ext cx="11563108" cy="1855625"/>
          </a:xfrm>
          <a:prstGeom prst="rect">
            <a:avLst/>
          </a:prstGeom>
        </p:spPr>
        <p:txBody>
          <a:bodyPr vert="horz" wrap="square" lIns="0" tIns="8879" rIns="0" bIns="0" rtlCol="0" anchor="ctr">
            <a:spAutoFit/>
          </a:bodyPr>
          <a:lstStyle/>
          <a:p>
            <a:pPr marL="8456" marR="3382">
              <a:lnSpc>
                <a:spcPct val="100200"/>
              </a:lnSpc>
              <a:spcBef>
                <a:spcPts val="70"/>
              </a:spcBef>
            </a:pPr>
            <a:r>
              <a:rPr lang="en-US" sz="6000" dirty="0">
                <a:solidFill>
                  <a:schemeClr val="bg1"/>
                </a:solidFill>
                <a:latin typeface="Algerian" panose="04020705040A02060702" pitchFamily="82" charset="0"/>
                <a:cs typeface="Times New Roman"/>
              </a:rPr>
              <a:t> </a:t>
            </a:r>
            <a:r>
              <a:rPr lang="en-US" sz="6000" dirty="0">
                <a:solidFill>
                  <a:srgbClr val="FFFFFF"/>
                </a:solidFill>
                <a:latin typeface="RQND Pro"/>
                <a:ea typeface="RQND Pro"/>
                <a:cs typeface="RQND Pro"/>
                <a:sym typeface="RQND Pro"/>
              </a:rPr>
              <a:t>“</a:t>
            </a:r>
            <a:r>
              <a:rPr lang="en-US" sz="6000" dirty="0">
                <a:solidFill>
                  <a:srgbClr val="FFFFFF"/>
                </a:solidFill>
                <a:latin typeface="RQND Pro"/>
              </a:rPr>
              <a:t>Boundary Layer in Fluid Dynamics</a:t>
            </a:r>
            <a:r>
              <a:rPr lang="en-US" sz="6000" dirty="0">
                <a:solidFill>
                  <a:srgbClr val="FFFFFF"/>
                </a:solidFill>
                <a:latin typeface="RQND Pro"/>
                <a:ea typeface="RQND Pro"/>
                <a:cs typeface="RQND Pro"/>
                <a:sym typeface="RQND Pro"/>
              </a:rPr>
              <a:t>”</a:t>
            </a:r>
            <a:br>
              <a:rPr lang="en-US" sz="6000" dirty="0">
                <a:solidFill>
                  <a:srgbClr val="FFFFFF"/>
                </a:solidFill>
                <a:latin typeface="RQND Pro"/>
                <a:ea typeface="RQND Pro"/>
                <a:cs typeface="RQND Pro"/>
                <a:sym typeface="RQND Pro"/>
              </a:rPr>
            </a:br>
            <a:endParaRPr sz="6000" dirty="0">
              <a:solidFill>
                <a:schemeClr val="bg1"/>
              </a:solidFill>
              <a:latin typeface="Algerian" panose="04020705040A02060702" pitchFamily="82" charset="0"/>
              <a:cs typeface="Times New Roman"/>
            </a:endParaRPr>
          </a:p>
        </p:txBody>
      </p:sp>
      <p:sp>
        <p:nvSpPr>
          <p:cNvPr id="5" name="TextBox 4">
            <a:extLst>
              <a:ext uri="{FF2B5EF4-FFF2-40B4-BE49-F238E27FC236}">
                <a16:creationId xmlns:a16="http://schemas.microsoft.com/office/drawing/2014/main" id="{48A7CA69-FFEF-72A5-6BF5-FFC842217A9F}"/>
              </a:ext>
            </a:extLst>
          </p:cNvPr>
          <p:cNvSpPr txBox="1"/>
          <p:nvPr/>
        </p:nvSpPr>
        <p:spPr>
          <a:xfrm>
            <a:off x="3762082" y="993607"/>
            <a:ext cx="4261938" cy="1076000"/>
          </a:xfrm>
          <a:prstGeom prst="rect">
            <a:avLst/>
          </a:prstGeom>
          <a:noFill/>
        </p:spPr>
        <p:txBody>
          <a:bodyPr wrap="square" rtlCol="0">
            <a:spAutoFit/>
          </a:bodyPr>
          <a:lstStyle/>
          <a:p>
            <a:pPr marL="0" marR="0" lvl="0" indent="0" algn="ctr" defTabSz="304404" rtl="0" eaLnBrk="1" fontAlgn="auto" latinLnBrk="0" hangingPunct="1">
              <a:lnSpc>
                <a:spcPct val="100000"/>
              </a:lnSpc>
              <a:spcBef>
                <a:spcPts val="0"/>
              </a:spcBef>
              <a:spcAft>
                <a:spcPts val="0"/>
              </a:spcAft>
              <a:buClrTx/>
              <a:buSzTx/>
              <a:buFontTx/>
              <a:buNone/>
              <a:tabLst/>
              <a:defRPr/>
            </a:pPr>
            <a:r>
              <a:rPr kumimoji="0" lang="en-US" sz="6392" b="1" i="0" u="none" strike="noStrike" kern="1200" cap="none" spc="0" normalizeH="0" baseline="0" noProof="0" dirty="0">
                <a:ln>
                  <a:noFill/>
                </a:ln>
                <a:solidFill>
                  <a:srgbClr val="FFFF00"/>
                </a:solidFill>
                <a:effectLst/>
                <a:uLnTx/>
                <a:uFillTx/>
                <a:latin typeface="Freestyle Script" panose="030804020302050B0404" pitchFamily="66" charset="0"/>
                <a:ea typeface="+mn-ea"/>
                <a:cs typeface="+mn-cs"/>
              </a:rPr>
              <a:t>Presentation on</a:t>
            </a:r>
          </a:p>
        </p:txBody>
      </p:sp>
      <p:sp>
        <p:nvSpPr>
          <p:cNvPr id="7" name="TextBox 6">
            <a:extLst>
              <a:ext uri="{FF2B5EF4-FFF2-40B4-BE49-F238E27FC236}">
                <a16:creationId xmlns:a16="http://schemas.microsoft.com/office/drawing/2014/main" id="{9DB6E262-BF82-9549-E649-CFFDAAC407F9}"/>
              </a:ext>
            </a:extLst>
          </p:cNvPr>
          <p:cNvSpPr txBox="1"/>
          <p:nvPr/>
        </p:nvSpPr>
        <p:spPr>
          <a:xfrm>
            <a:off x="3102496" y="4393010"/>
            <a:ext cx="5987009" cy="563552"/>
          </a:xfrm>
          <a:prstGeom prst="rect">
            <a:avLst/>
          </a:prstGeom>
          <a:noFill/>
          <a:ln>
            <a:noFill/>
          </a:ln>
        </p:spPr>
        <p:txBody>
          <a:bodyPr wrap="square" rtlCol="0">
            <a:spAutoFit/>
          </a:bodyPr>
          <a:lstStyle/>
          <a:p>
            <a:pPr marL="0" marR="0" lvl="0" indent="0" algn="ctr" defTabSz="304404" rtl="0" eaLnBrk="1" fontAlgn="auto" latinLnBrk="0" hangingPunct="1">
              <a:lnSpc>
                <a:spcPct val="100000"/>
              </a:lnSpc>
              <a:spcBef>
                <a:spcPts val="0"/>
              </a:spcBef>
              <a:spcAft>
                <a:spcPts val="0"/>
              </a:spcAft>
              <a:buClrTx/>
              <a:buSzTx/>
              <a:buFontTx/>
              <a:buNone/>
              <a:tabLst/>
              <a:defRPr/>
            </a:pPr>
            <a:endParaRPr kumimoji="0" lang="en-US" sz="1864" b="0" i="0" u="none" strike="noStrike" kern="1200" cap="none" spc="0" normalizeH="0" baseline="0" noProof="0" dirty="0">
              <a:ln>
                <a:noFill/>
              </a:ln>
              <a:solidFill>
                <a:srgbClr val="D64787">
                  <a:lumMod val="40000"/>
                  <a:lumOff val="60000"/>
                </a:srgbClr>
              </a:solidFill>
              <a:effectLst/>
              <a:uLnTx/>
              <a:uFillTx/>
              <a:latin typeface="Arial Rounded MT Bold" panose="020F0704030504030204" pitchFamily="34" charset="0"/>
              <a:ea typeface="+mn-ea"/>
              <a:cs typeface="+mn-cs"/>
            </a:endParaRPr>
          </a:p>
          <a:p>
            <a:pPr marL="0" marR="0" lvl="0" indent="0" algn="l" defTabSz="304404" rtl="0" eaLnBrk="1" fontAlgn="auto" latinLnBrk="0" hangingPunct="1">
              <a:lnSpc>
                <a:spcPct val="100000"/>
              </a:lnSpc>
              <a:spcBef>
                <a:spcPts val="0"/>
              </a:spcBef>
              <a:spcAft>
                <a:spcPts val="0"/>
              </a:spcAft>
              <a:buClrTx/>
              <a:buSzTx/>
              <a:buFontTx/>
              <a:buNone/>
              <a:tabLst/>
              <a:defRPr/>
            </a:pPr>
            <a:endParaRPr kumimoji="0" lang="en-US" sz="1198" b="0" i="0" u="none" strike="noStrike" kern="1200" cap="none" spc="0" normalizeH="0" baseline="0" noProof="0" dirty="0">
              <a:ln>
                <a:noFill/>
              </a:ln>
              <a:solidFill>
                <a:prstClr val="white"/>
              </a:solidFill>
              <a:effectLst/>
              <a:uLnTx/>
              <a:uFillTx/>
              <a:latin typeface="Corbel" panose="020B0503020204020204"/>
              <a:ea typeface="+mn-ea"/>
              <a:cs typeface="+mn-cs"/>
            </a:endParaRPr>
          </a:p>
        </p:txBody>
      </p:sp>
    </p:spTree>
    <p:extLst>
      <p:ext uri="{BB962C8B-B14F-4D97-AF65-F5344CB8AC3E}">
        <p14:creationId xmlns:p14="http://schemas.microsoft.com/office/powerpoint/2010/main" val="133198282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2">
            <a:lum/>
          </a:blip>
          <a:srcRect/>
          <a:stretch>
            <a:fillRect t="-17000" b="-17000"/>
          </a:stretch>
        </a:blipFill>
        <a:effectLst/>
      </p:bgPr>
    </p:bg>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21263997-E8F4-88EA-1AF1-397BFD3AEEF8}"/>
              </a:ext>
            </a:extLst>
          </p:cNvPr>
          <p:cNvSpPr txBox="1"/>
          <p:nvPr/>
        </p:nvSpPr>
        <p:spPr>
          <a:xfrm>
            <a:off x="5169227" y="885849"/>
            <a:ext cx="6392908" cy="788999"/>
          </a:xfrm>
          <a:prstGeom prst="rect">
            <a:avLst/>
          </a:prstGeom>
          <a:noFill/>
        </p:spPr>
        <p:txBody>
          <a:bodyPr wrap="square" rtlCol="0">
            <a:spAutoFit/>
          </a:bodyPr>
          <a:lstStyle/>
          <a:p>
            <a:pPr marL="0" marR="0" lvl="0" indent="0" algn="ctr" defTabSz="304404" rtl="0" eaLnBrk="1" fontAlgn="auto" latinLnBrk="0" hangingPunct="1">
              <a:lnSpc>
                <a:spcPct val="100000"/>
              </a:lnSpc>
              <a:spcBef>
                <a:spcPts val="0"/>
              </a:spcBef>
              <a:spcAft>
                <a:spcPts val="0"/>
              </a:spcAft>
              <a:buClrTx/>
              <a:buSzTx/>
              <a:buFontTx/>
              <a:buNone/>
              <a:tabLst/>
              <a:defRPr/>
            </a:pPr>
            <a:r>
              <a:rPr kumimoji="0" lang="en-US" sz="3595" b="0" i="0" u="none" strike="noStrike" kern="1200" cap="none" spc="0" normalizeH="0" baseline="0" noProof="0" dirty="0">
                <a:ln>
                  <a:noFill/>
                </a:ln>
                <a:solidFill>
                  <a:srgbClr val="FF0000"/>
                </a:solidFill>
                <a:effectLst/>
                <a:uLnTx/>
                <a:uFillTx/>
                <a:latin typeface="Algerian" panose="04020705040A02060702" pitchFamily="82" charset="0"/>
                <a:ea typeface="+mn-ea"/>
                <a:cs typeface="+mn-cs"/>
              </a:rPr>
              <a:t>Introduction</a:t>
            </a:r>
          </a:p>
          <a:p>
            <a:pPr marL="0" marR="0" lvl="0" indent="0" algn="l" defTabSz="304404" rtl="0" eaLnBrk="1" fontAlgn="auto" latinLnBrk="0" hangingPunct="1">
              <a:lnSpc>
                <a:spcPct val="100000"/>
              </a:lnSpc>
              <a:spcBef>
                <a:spcPts val="0"/>
              </a:spcBef>
              <a:spcAft>
                <a:spcPts val="0"/>
              </a:spcAft>
              <a:buClrTx/>
              <a:buSzTx/>
              <a:buFontTx/>
              <a:buNone/>
              <a:tabLst/>
              <a:defRPr/>
            </a:pPr>
            <a:endParaRPr kumimoji="0" lang="en-US" sz="932" b="0" i="0" u="none" strike="noStrike" kern="1200" cap="none" spc="0" normalizeH="0" baseline="0" noProof="0" dirty="0">
              <a:ln>
                <a:noFill/>
              </a:ln>
              <a:solidFill>
                <a:prstClr val="black"/>
              </a:solidFill>
              <a:effectLst/>
              <a:uLnTx/>
              <a:uFillTx/>
              <a:latin typeface="Corbel" panose="020B0503020204020204"/>
              <a:ea typeface="+mn-ea"/>
              <a:cs typeface="+mn-cs"/>
            </a:endParaRPr>
          </a:p>
        </p:txBody>
      </p:sp>
      <mc:AlternateContent xmlns:mc="http://schemas.openxmlformats.org/markup-compatibility/2006" xmlns:a14="http://schemas.microsoft.com/office/drawing/2010/main">
        <mc:Choice Requires="a14">
          <p:sp>
            <p:nvSpPr>
              <p:cNvPr id="2" name="TextBox 1"/>
              <p:cNvSpPr txBox="1"/>
              <p:nvPr/>
            </p:nvSpPr>
            <p:spPr>
              <a:xfrm>
                <a:off x="6096000" y="1651268"/>
                <a:ext cx="4946893" cy="3785652"/>
              </a:xfrm>
              <a:prstGeom prst="rect">
                <a:avLst/>
              </a:prstGeom>
              <a:noFill/>
            </p:spPr>
            <p:txBody>
              <a:bodyPr wrap="square" rtlCol="0">
                <a:spAutoFit/>
              </a:bodyPr>
              <a:lstStyle/>
              <a:p>
                <a:pPr marL="285750" lvl="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Boundary layer is an important concept in fluid dynamics for studying fluid flow near a solid surface. </a:t>
                </a:r>
              </a:p>
              <a:p>
                <a:pPr lvl="0"/>
                <a:endParaRPr lang="en-US" sz="1600"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When a fluid flows over a surface, viscous effects are significant in a thin region close to the surface. </a:t>
                </a:r>
              </a:p>
              <a:p>
                <a:pPr lvl="0"/>
                <a:endParaRPr lang="en-US" sz="1600"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Within this region, the fluid velocity changes rapidly from zero at the wall to the free-stream velocity </a:t>
                </a:r>
                <a14:m>
                  <m:oMath xmlns:m="http://schemas.openxmlformats.org/officeDocument/2006/math">
                    <m:sSub>
                      <m:sSubPr>
                        <m:ctrlPr>
                          <a:rPr lang="en-US" sz="1600" i="1" dirty="0" smtClean="0">
                            <a:latin typeface="Cambria Math" panose="02040503050406030204" pitchFamily="18" charset="0"/>
                            <a:cs typeface="Times New Roman" panose="02020603050405020304" pitchFamily="18" charset="0"/>
                          </a:rPr>
                        </m:ctrlPr>
                      </m:sSubPr>
                      <m:e>
                        <m:r>
                          <a:rPr lang="en-US" sz="1600" i="1" dirty="0" smtClean="0">
                            <a:latin typeface="Cambria Math" panose="02040503050406030204" pitchFamily="18" charset="0"/>
                            <a:cs typeface="Times New Roman" panose="02020603050405020304" pitchFamily="18" charset="0"/>
                          </a:rPr>
                          <m:t>𝑢</m:t>
                        </m:r>
                      </m:e>
                      <m:sub>
                        <m:r>
                          <a:rPr lang="en-US" sz="1600" i="1" dirty="0" smtClean="0">
                            <a:latin typeface="Cambria Math" panose="02040503050406030204" pitchFamily="18" charset="0"/>
                            <a:cs typeface="Times New Roman" panose="02020603050405020304" pitchFamily="18" charset="0"/>
                          </a:rPr>
                          <m:t>∞</m:t>
                        </m:r>
                      </m:sub>
                    </m:sSub>
                    <m:r>
                      <a:rPr lang="en-US" sz="1600" i="1" dirty="0" smtClean="0">
                        <a:latin typeface="Cambria Math" panose="02040503050406030204" pitchFamily="18" charset="0"/>
                        <a:cs typeface="Times New Roman" panose="02020603050405020304" pitchFamily="18" charset="0"/>
                      </a:rPr>
                      <m:t>​</m:t>
                    </m:r>
                  </m:oMath>
                </a14:m>
                <a:r>
                  <a:rPr lang="en-US" sz="1600" dirty="0">
                    <a:latin typeface="Times New Roman" panose="02020603050405020304" pitchFamily="18" charset="0"/>
                    <a:cs typeface="Times New Roman" panose="02020603050405020304" pitchFamily="18" charset="0"/>
                  </a:rPr>
                  <a:t>. </a:t>
                </a:r>
              </a:p>
              <a:p>
                <a:pPr lvl="0"/>
                <a:endParaRPr lang="en-US" sz="1600"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The thickness of this region is called the boundary-layer thickness δ. </a:t>
                </a:r>
              </a:p>
              <a:p>
                <a:pPr lvl="0"/>
                <a:endParaRPr lang="en-US" sz="1600"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Boundary-layer analysis helps us understand the effects of viscosity, velocity distribution, momentum transfer, and energy transfer in fluid flow.</a:t>
                </a:r>
              </a:p>
            </p:txBody>
          </p:sp>
        </mc:Choice>
        <mc:Fallback xmlns="">
          <p:sp>
            <p:nvSpPr>
              <p:cNvPr id="2" name="TextBox 1"/>
              <p:cNvSpPr txBox="1">
                <a:spLocks noRot="1" noChangeAspect="1" noMove="1" noResize="1" noEditPoints="1" noAdjustHandles="1" noChangeArrowheads="1" noChangeShapeType="1" noTextEdit="1"/>
              </p:cNvSpPr>
              <p:nvPr/>
            </p:nvSpPr>
            <p:spPr>
              <a:xfrm>
                <a:off x="6096000" y="1651268"/>
                <a:ext cx="4946893" cy="3785652"/>
              </a:xfrm>
              <a:prstGeom prst="rect">
                <a:avLst/>
              </a:prstGeom>
              <a:blipFill>
                <a:blip r:embed="rId3"/>
                <a:stretch>
                  <a:fillRect l="-493" t="-483" b="-1127"/>
                </a:stretch>
              </a:blipFill>
            </p:spPr>
            <p:txBody>
              <a:bodyPr/>
              <a:lstStyle/>
              <a:p>
                <a:r>
                  <a:rPr lang="en-US">
                    <a:noFill/>
                  </a:rPr>
                  <a:t> </a:t>
                </a:r>
              </a:p>
            </p:txBody>
          </p:sp>
        </mc:Fallback>
      </mc:AlternateContent>
      <p:pic>
        <p:nvPicPr>
          <p:cNvPr id="6" name="Picture 5">
            <a:extLst>
              <a:ext uri="{FF2B5EF4-FFF2-40B4-BE49-F238E27FC236}">
                <a16:creationId xmlns:a16="http://schemas.microsoft.com/office/drawing/2014/main" id="{96B928FD-2376-0C04-78A8-81A0457B6E8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2881" y="1508854"/>
            <a:ext cx="5913120" cy="3840292"/>
          </a:xfrm>
          <a:prstGeom prst="rect">
            <a:avLst/>
          </a:prstGeom>
        </p:spPr>
      </p:pic>
    </p:spTree>
    <p:extLst>
      <p:ext uri="{BB962C8B-B14F-4D97-AF65-F5344CB8AC3E}">
        <p14:creationId xmlns:p14="http://schemas.microsoft.com/office/powerpoint/2010/main" val="96954546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lum/>
          </a:blip>
          <a:srcRect/>
          <a:stretch>
            <a:fillRect t="-9000" b="-9000"/>
          </a:stretch>
        </a:blip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FF5DC76-398C-F568-1D90-05023B76F682}"/>
              </a:ext>
            </a:extLst>
          </p:cNvPr>
          <p:cNvSpPr txBox="1"/>
          <p:nvPr/>
        </p:nvSpPr>
        <p:spPr>
          <a:xfrm>
            <a:off x="5346700" y="486234"/>
            <a:ext cx="4241800" cy="645561"/>
          </a:xfrm>
          <a:prstGeom prst="rect">
            <a:avLst/>
          </a:prstGeom>
          <a:noFill/>
        </p:spPr>
        <p:txBody>
          <a:bodyPr wrap="square" rtlCol="0">
            <a:spAutoFit/>
          </a:bodyPr>
          <a:lstStyle/>
          <a:p>
            <a:pPr lvl="0" algn="ctr" defTabSz="304404"/>
            <a:r>
              <a:rPr lang="en-US" sz="3500" dirty="0">
                <a:ln w="0"/>
                <a:solidFill>
                  <a:srgbClr val="FF0000"/>
                </a:solidFill>
                <a:effectLst>
                  <a:reflection blurRad="6350" stA="53000" endA="300" endPos="35500" dir="5400000" sy="-90000" algn="bl" rotWithShape="0"/>
                </a:effectLst>
                <a:latin typeface="Algerian" panose="04020705040A02060702" pitchFamily="82" charset="0"/>
              </a:rPr>
              <a:t>BOUNDARY LAYER</a:t>
            </a:r>
          </a:p>
        </p:txBody>
      </p:sp>
      <p:sp>
        <p:nvSpPr>
          <p:cNvPr id="2" name="AutoShape 2" descr="data:image/jpeg;base64,/9j/4AAQSkZJRgABAQAAAQABAAD/4QDfRXhpZgAASUkqAAgAAAABAA4BAgC9AAAAGgAAAAAAAABUaGUgQXVzdHJpYW4gc2NpZW50aXN0IFByb2Zlc3NvciBFcndpbiBTY2hyb2Rpbmdlci4gSGUgc2hhcmVkIHRoZSAxOTMzIE5vYmVsIFByaXplIGZvciBoaXMgcmVzZWFyY2ggaW50byBhdG9taWMgdGhlb3J5LiAoUGhvdG8gYnkgPyBIdWx0b24tRGV1dHNjaCBDb2xsZWN0aW9uL0NPUkJJUy9Db3JiaXMgdmlhIEdldHR5IEltYWdlcyn/7QEOUGhvdG9zaG9wIDMuMAA4QklNBAQAAAAAAPIcAlAADkh1bHRvbiBEZXV0c2NoHAJ4AL5UaGUgQXVzdHJpYW4gc2NpZW50aXN0IFByb2Zlc3NvciBFcndpbiBTY2hyb2Rpbmdlci4gSGUgc2hhcmVkIHRoZSAxOTMzIE5vYmVsIFByaXplIGZvciBoaXMgcmVzZWFyY2ggaW50byBhdG9taWMgdGhlb3J5LiAoUGhvdG8gYnkgwqkgSHVsdG9uLURldXRzY2ggQ29sbGVjdGlvbi9DT1JCSVMvQ29yYmlzIHZpYSBHZXR0eSBJbWFnZXMpHAJuABdDb3JiaXMgdmlhIEdldHR5IEltYWdlc//hBcRodHRwOi8vbnMuYWRvYmUuY29tL3hhcC8xLjAvADw/eHBhY2tldCBiZWdpbj0i77u/IiBpZD0iVzVNME1wQ2VoaUh6cmVTek5UY3prYzlkIj8+Cjx4OnhtcG1ldGEgeG1sbnM6eD0iYWRvYmU6bnM6bWV0YS8iPgoJPHJkZjpSREYgeG1sbnM6cmRmPSJodHRwOi8vd3d3LnczLm9yZy8xOTk5LzAyLzIyLXJkZi1zeW50YXgtbnMjIj4KCQk8cmRmOkRlc2NyaXB0aW9uIHJkZjphYm91dD0iIiB4bWxuczpwaG90b3Nob3A9Imh0dHA6Ly9ucy5hZG9iZS5jb20vcGhvdG9zaG9wLzEuMC8iIHhtbG5zOklwdGM0eG1wQ29yZT0iaHR0cDovL2lwdGMub3JnL3N0ZC9JcHRjNHhtcENvcmUvMS4wL3htbG5zLyIgICB4bWxuczpHZXR0eUltYWdlc0dJRlQ9Imh0dHA6Ly94bXAuZ2V0dHlpbWFnZXMuY29tL2dpZnQvMS4wLyIgeG1sbnM6ZGM9Imh0dHA6Ly9wdXJsLm9yZy9kYy9lbGVtZW50cy8xLjEvIiB4bWxuczpwbHVzPSJodHRwOi8vbnMudXNlcGx1cy5vcmcvbGRmL3htcC8xLjAvIiAgeG1sbnM6aXB0Y0V4dD0iaHR0cDovL2lwdGMub3JnL3N0ZC9JcHRjNHhtcEV4dC8yMDA4LTAyLTI5LyIgeG1sbnM6eG1wUmlnaHRzPSJodHRwOi8vbnMuYWRvYmUuY29tL3hhcC8xLjAvcmlnaHRzLyIgcGhvdG9zaG9wOkNyZWRpdD0iQ29yYmlzIHZpYSBHZXR0eSBJbWFnZXMiIEdldHR5SW1hZ2VzR0lGVDpBc3NldElEPSI2MTM1MDc1MTYiIHhtcFJpZ2h0czpXZWJTdGF0ZW1lbnQ9Imh0dHBzOi8vd3d3LmdldHR5aW1hZ2VzLmNvbS9ldWxhP3V0bV9tZWRpdW09b3JnYW5pYyZhbXA7dXRtX3NvdXJjZT1nb29nbGUmYW1wO3V0bV9jYW1wYWlnbj1pcHRjdXJsIiA+CjxkYzpjcmVhdG9yPjxyZGY6U2VxPjxyZGY6bGk+SHVsdG9uIERldXRzY2g8L3JkZjpsaT48L3JkZjpTZXE+PC9kYzpjcmVhdG9yPjxkYzpkZXNjcmlwdGlvbj48cmRmOkFsdD48cmRmOmxpIHhtbDpsYW5nPSJ4LWRlZmF1bHQiPlRoZSBBdXN0cmlhbiBzY2llbnRpc3QgUHJvZmVzc29yIEVyd2luIFNjaHJvZGluZ2VyLiBIZSBzaGFyZWQgdGhlIDE5MzMgTm9iZWwgUHJpemUgZm9yIGhpcyByZXNlYXJjaCBpbnRvIGF0b21pYyB0aGVvcnkuIChQaG90byBieSDCqSBIdWx0b24tRGV1dHNjaCBDb2xsZWN0aW9uL0NPUkJJUy9Db3JiaXMgdmlhIEdldHR5IEltYWdlcyk8L3JkZjpsaT48L3JkZjpBbHQ+PC9kYzpkZXNjcmlwdGlvbj4KPHBsdXM6TGljZW5zb3I+PHJkZjpTZXE+PHJkZjpsaSByZGY6cGFyc2VUeXBlPSdSZXNvdXJjZSc+PHBsdXM6TGljZW5zb3JVUkw+aHR0cHM6Ly93d3cuZ2V0dHlpbWFnZXMuY29tL2RldGFpbC82MTM1MDc1MTY/dXRtX21lZGl1bT1vcmdhbmljJmFtcDt1dG1fc291cmNlPWdvb2dsZSZhbXA7dXRtX2NhbXBhaWduPWlwdGN1cmw8L3BsdXM6TGljZW5zb3JVUkw+PC9yZGY6bGk+PC9yZGY6U2VxPjwvcGx1czpMaWNlbnNvcj4KCQk8L3JkZjpEZXNjcmlwdGlvbj4KCTwvcmRmOlJERj4KPC94OnhtcG1ldGE+Cjw/eHBhY2tldCBlbmQ9InciPz4K/9sAhAAJBgcIBwYJCAcICgoJCw0WDw0MDA0bFBUQFiAdIiIgHR8fJCg0LCQmMScfHy09LTE1Nzo6OiMrP0Q/OEM0OTo3AQoKCg0MDRoPDxo3JR8lNzc3Nzc3Nzc3Nzc3Nzc3Nzc3Nzc3Nzc3Nzc3Nzc3Nzc3Nzc3Nzc3Nzc3Nzc3Nzc3Nzf/wAARCAB4AHgDASIAAhEBAxEB/8QAHAAAAQQDAQAAAAAAAAAAAAAABwABBQYCBAgD/8QAORAAAQMDAwEGBAUDAgcAAAAAAQIDBAAFEQYSITEHE0FRYXEigZGhFDJCscEVI1LR8AgWJGJygqL/xAAUAQEAAAAAAAAAAAAAAAAAAAAA/8QAFBEBAAAAAAAAAAAAAAAAAAAAAP/aAAwDAQACEQMRAD8AMoFOaalQICn9aYVFagv0SyRlOy3EpwM4JoJRRGMk8VWL1rW02vvEKeC3UEgoA8hk/ahVq/tSuM1wM2p78O0M5KAPiGMeNDl6U8+tS3XFKUrqSeTQFXVXafJI7mE+tveMnuSAUggY586rFu7TdR29w/8AXKlNk/lkcn6iqWea8zQG/Rfa21Nkpg6gQllxxWGpKeEc9Ary96JtvucK5I3QpLTwHB2KBxXIJrctN5uNmlCVbJbsZ4dFIP7jofnQdfmsTih32b9pjGpii2XNKY11CfhwfgkY6lPkfHb9PQgqPFAhjyrAgA0s+tYk+tBqzAkppVhPOGyc0qCcpAUiOaVBq3KUiBAkSlkANIKuemfCuZtaakm3uetT725GeAOB9KLPbXfHLdZ48FlRSqUokqB5wnw+9AMhbzu1IKlHwoPFRJNOnoSegr3dhvNnDiFJPkRXpHtsh5SUoQSVflAHJoNUGsVHPGOKJOnuzQSW0v3Z5xpGMlKMAY9TVkhaGsDEkNNxPxOQPid5Ax6UAPIJBOCQOpx0rzODXTkfStuYRtjwGEJIxtS2AP2qr6q7OIM6OsxEJZkgfAsDx9fMUALbWtpxDjS1IcQoKQtJwUkdCD4Gjz2Y9pIvgbtF7WE3MAht7ACXwP2V+9AyfDkW+Y7Elo2PtK2rTWdsfkR7jFfhrUiQ26ktqT1Cs8UHXG4GsSsYxXgy5uQk5ySBk06jjmg07i7sbVnypVp3l3ayr24zSoLlTGs6Yig5y7Ybt/UdYvspXubhpDKffqfuftWl2fW9qRIlSn0ghlICc+ZrLtcQ83r65JebCAdikYGNySkc/XP0rDSbxZtMruzhwupPyGKDK8FBnLaGMJOBnx+dWnS9rbS2l2VgKIBa546/vVDnvkyytI59as2m7kEqbadeJAIKUhWB09OtASpshSYR+AlYO04+58sf61t2wIcdYUnoBjBqBt9yYdWpqQsBJ/NuHAzjGKsVn7tboSGgnaODgdKCwtJw3yBWtKZBB44NbTfTjpWD4G0/xQAPtls7Ua4InNIUlSsJWR0Oc49jVP0Q8yxq21LkNhxv8QElJTnk8A/IkH5US+26BJdt7UtpO9plf9zrlIPj+1Dvs8iuS9ZWxtoZKXCs8ZwADQdKNHCAKdXSnQnaMHnHjTLOAaCHuyQphWemKevK9LPcrSPKmoL2D40ia8UOBXSvQUAn7frM49brdeWkApirUy8fEJXjafbcMf8AtQw03n+8kdANxHnXT11t0a722Tb5qAuPIbKFpPkfEeo61zmzZZNk1LcLNIwpxjgODgLTxhQ9wR7UETMTuJJ6+1etrddbdAbwnrz5Cpn+lGRJd2DvG2gA4oJzlR8APE1FzHp1nnKKIaEpRyA+jPHryKApxUx2rXb5RbBUtYQoJH6jxg/z7VnpObKYkyIk0/3UPbOmPh6jHyINDRWuJ7UJlh1mM9HccC/hyNpSeU48D+XnywfE1YdUtzbhbmJdpmluO5GEhwpUAv8AxCQrOc89POgMkq6W63tI/Gzo7G7hIcdCSr2z1rCPcYc5JVGkNrHooGuUmW3ZEtIWgl1SN4LyiMjGR165os9nF9cNglOTmIcG2xWStE3ui0rvh1T47hjxGKC3a5i99pu58ciO4f8A5oL9mKUQdVtTZ6HEMR2StTgICW8jgqOeBg9OtGIKk6pgNtqWGbW6nc+pleVPJ/wB6gHx4Bx70NbNZ7a3G1dZ3XT/AFBXeiGytJSFJQSUqSfE5/agOLa0uIS4hQUlQyCPEUnEhQ6VBaEdcXpG0d7neIjYOev5asJHHNBCXNnKDke9KpCSkLSQfalQbcKSHEBYNSaCCAaHtm1C226hh1KyVHbuHQVfIytyAc8UHlfXpMax3B+AndLajOLZTjOVhJI+9cuWyTJmXJDjsp7vHio94VEnceT9TXWKa5r7R7V/y3ruShlvu4zqxLZCRwArqB7KCvtQWW2BabGhECScfi3W5EgJxvVgK4zyDt24yOcHyqq63mRXnWGYkVDbjSSVvpPLm5OCFA5z06586aJe3bcZBaQh6LKCe/jOEhK8cggjlKh4EefiOKhLg83JfU42laUK52qIJHpnjP0oNJD6kQ3ooaaKXXELLhSd6SnOMHOAPiOeKK+jtHQ9VdnbCNpbksSlOJKVFIdORuSr3CQM+BAPuKSApXwjA8qPHYW6hzSMhnPxszF7h6EAigGeptI3V6W5c4YE5lZ+IIJKk44IIPOcg5HUHirZ2fLhoZTEfjLRIyMJWOhPXHl70T32oMGU48QltUhe4jGApXiffpWLlrgqdEnuUBYHCkjFB4usiPGDTICUBOE44xVK1bpmZfrjZ5UQIjpgtqU5JJ5cJPKMfI8nzq+OpBaUk1E2/wDEyLk82stCKyAEgE7yT5jpQSFrjCPEabAwEoArc6g+tYrIQcU4WMZoNKWoRwVrUMedKo7UroVDcQD8VKgoNvUtUpHecYPHrRgsiiuE3nrihZGhOfjUqTkjdzRTsaNkNCc+FBJpqta40ZA1bEbD6izMYB7iQkZxnqCPEHirMOKXPjQcw6g05c9NrREu7SEOKG5Cm17krTnGQf8AWoSQnA4FHPtqtIkWOPdUnCojmxQ80rIH74+tBEJDiCj9QNBHpOCc0R+xzUsOzXOdHnPpZZkNghTigBuB46+Jzj1oeuIAUcVMwV2hzTzUZ51Me5s3RD5WtJwuPtwoBXQEHnFB0E5uusZbdzjtMgrJaDT3eHH6VZwMH05Hqa3YyCzHSyte/A+FfnVIs+sk3mIpy32S8pCEnu3SwFNLwccLz/vFS9hv1wkPoiXW0vxCvOx4uIWg4/8AEkg+9BNvHbuJIGBQQ7RdQXW0agbVa570cqTlQR0JB8QetHCYAmOtRVgVzPr64i46mlqQctMq7tHy60Bo7KtQXLVtrmP3UIJYdDaHUI27jjJ/j61ZphcjnaskeIPnWt2bWT+gaMtsRaCmQtvvnweoWv4iD7ZA+VTtwhiYwUE7VfpV5UA41RcQ2heTgY6UqhNdxJUOUpt4EYGQR0UPMUqC525j+9gIzz0xV0hJCGkgDpUXb4SUEOAfEetTbaAE8UHqKfHnST0pUFZ7RNNDVGmnobayiSyr8RGUDx3iQcA+hBI+efCuaWnilYJSRkcg8Yrrz1rlvXVqXZ9WXSKoYAkLcR6oWdyfsQPlQQi+TWUaQ7Hc3sqCVEFOSkHg8HrW2q3Potca5YSuM+4trck5KHE9Uq8jggjzBr1hWaTMcGxvj1OKAp6FZnsQmPx+oobkd3HdRVOpCkH/ABA/ir46zsQg95kjk0HLVo+fCmRbrvZYEdaV8j4QAf5ozwrxabkhbLcphxQGHGgemfSgr2qr6zDs0qUlY2soUQfM+A+tAXRVuVf9Z2yI4N4elBx4EZyhJ3q+wNW7tjVItU8WlG4Qn8SGlZ/Mnpt+RB+1ev8Aw/W1cjU824Y/txIuzOP1rIx9kqoD4BSI4p8cdKR5BoIbUen41+iht5RacRnY4BnGfA+lKpinoI+GnaopPnUiDTUqD0T0pZFKlQYFwHgHigl24sMrvcSQ3jvFRtq/XCjj96VKgoFrmOw3G0KWpUbvQ4po/kKsY3Y6ZwTXQ+lYtunWpiW3BTlxAO5bQBPr/v0pUqDculhNzQ4y/MebjrCQGmAlOMf92CevljpVac7JtNBpYYalMvFOESG5Kwpo4wCBnHHqKVKgCGuTfmr0bbqWSt+RAT3LSlYwW+oUPPPXJ58D0o3diNp/puim31pw9OdU+rP+PRI+gB+dNSoCB4cdKb2NKlQJVKlSoP/Z"/>
          <p:cNvSpPr>
            <a:spLocks noChangeAspect="1" noChangeArrowheads="1"/>
          </p:cNvSpPr>
          <p:nvPr/>
        </p:nvSpPr>
        <p:spPr bwMode="auto">
          <a:xfrm>
            <a:off x="3812819" y="2769414"/>
            <a:ext cx="1775808" cy="1775814"/>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885" tIns="30442" rIns="60885" bIns="30442" numCol="1" anchor="t" anchorCtr="0" compatLnSpc="1">
            <a:prstTxWarp prst="textNoShape">
              <a:avLst/>
            </a:prstTxWarp>
          </a:bodyPr>
          <a:lstStyle/>
          <a:p>
            <a:pPr marL="0" marR="0" lvl="0" indent="0" algn="l" defTabSz="304404" rtl="0" eaLnBrk="1" fontAlgn="auto" latinLnBrk="0" hangingPunct="1">
              <a:lnSpc>
                <a:spcPct val="100000"/>
              </a:lnSpc>
              <a:spcBef>
                <a:spcPts val="0"/>
              </a:spcBef>
              <a:spcAft>
                <a:spcPts val="0"/>
              </a:spcAft>
              <a:buClrTx/>
              <a:buSzTx/>
              <a:buFontTx/>
              <a:buNone/>
              <a:tabLst/>
              <a:defRPr/>
            </a:pPr>
            <a:endParaRPr kumimoji="0" lang="en-US" sz="1198" b="0" i="0" u="none" strike="noStrike" kern="1200" cap="none" spc="0" normalizeH="0" baseline="0" noProof="0">
              <a:ln>
                <a:noFill/>
              </a:ln>
              <a:solidFill>
                <a:prstClr val="black"/>
              </a:solidFill>
              <a:effectLst/>
              <a:uLnTx/>
              <a:uFillTx/>
              <a:latin typeface="Corbel" panose="020B0503020204020204"/>
              <a:ea typeface="+mn-ea"/>
              <a:cs typeface="+mn-cs"/>
            </a:endParaRPr>
          </a:p>
        </p:txBody>
      </p:sp>
      <p:grpSp>
        <p:nvGrpSpPr>
          <p:cNvPr id="16" name="Group 15"/>
          <p:cNvGrpSpPr/>
          <p:nvPr/>
        </p:nvGrpSpPr>
        <p:grpSpPr>
          <a:xfrm>
            <a:off x="-3355805" y="-256670"/>
            <a:ext cx="7379804" cy="7345917"/>
            <a:chOff x="-3355805" y="-256670"/>
            <a:chExt cx="7379804" cy="7345917"/>
          </a:xfrm>
        </p:grpSpPr>
        <p:sp useBgFill="1">
          <p:nvSpPr>
            <p:cNvPr id="5" name="Flowchart: Summing Junction 4"/>
            <p:cNvSpPr/>
            <p:nvPr/>
          </p:nvSpPr>
          <p:spPr>
            <a:xfrm rot="10800000">
              <a:off x="-3355805" y="-256670"/>
              <a:ext cx="7379804" cy="7345917"/>
            </a:xfrm>
            <a:prstGeom prst="flowChartSummingJunction">
              <a:avLst/>
            </a:prstGeom>
            <a:ln w="12700">
              <a:solidFill>
                <a:schemeClr val="bg1"/>
              </a:solidFill>
            </a:ln>
            <a:effectLst>
              <a:outerShdw blurRad="152400" dist="38100" sx="102000" sy="102000" algn="l" rotWithShape="0">
                <a:schemeClr val="tx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sp>
          <p:nvSpPr>
            <p:cNvPr id="6" name="TextBox 5"/>
            <p:cNvSpPr txBox="1"/>
            <p:nvPr/>
          </p:nvSpPr>
          <p:spPr>
            <a:xfrm rot="5400000">
              <a:off x="2088313" y="3152696"/>
              <a:ext cx="1364819" cy="39823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A666E1">
                      <a:lumMod val="50000"/>
                    </a:srgbClr>
                  </a:solidFill>
                  <a:effectLst/>
                  <a:uLnTx/>
                  <a:uFillTx/>
                  <a:latin typeface="Arial Black" panose="020B0A04020102020204" pitchFamily="34" charset="0"/>
                  <a:ea typeface="+mn-ea"/>
                  <a:cs typeface="Times New Roman" panose="02020603050405020304" pitchFamily="18" charset="0"/>
                </a:rPr>
                <a:t>PART 01</a:t>
              </a:r>
            </a:p>
          </p:txBody>
        </p:sp>
        <p:sp>
          <p:nvSpPr>
            <p:cNvPr id="7" name="TextBox 6"/>
            <p:cNvSpPr txBox="1"/>
            <p:nvPr/>
          </p:nvSpPr>
          <p:spPr>
            <a:xfrm>
              <a:off x="-168443" y="859082"/>
              <a:ext cx="1357207" cy="40047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A666E1">
                      <a:lumMod val="50000"/>
                    </a:srgbClr>
                  </a:solidFill>
                  <a:effectLst/>
                  <a:uLnTx/>
                  <a:uFillTx/>
                  <a:latin typeface="Arial Black" panose="020B0A04020102020204" pitchFamily="34" charset="0"/>
                  <a:ea typeface="+mn-ea"/>
                  <a:cs typeface="Times New Roman" panose="02020603050405020304" pitchFamily="18" charset="0"/>
                </a:rPr>
                <a:t>PART 04</a:t>
              </a:r>
            </a:p>
          </p:txBody>
        </p:sp>
        <p:sp>
          <p:nvSpPr>
            <p:cNvPr id="8" name="TextBox 7"/>
            <p:cNvSpPr txBox="1"/>
            <p:nvPr/>
          </p:nvSpPr>
          <p:spPr>
            <a:xfrm flipV="1">
              <a:off x="-96252" y="5567440"/>
              <a:ext cx="1357207" cy="40047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A666E1">
                      <a:lumMod val="50000"/>
                    </a:srgbClr>
                  </a:solidFill>
                  <a:effectLst/>
                  <a:uLnTx/>
                  <a:uFillTx/>
                  <a:latin typeface="Arial Black" panose="020B0A04020102020204" pitchFamily="34" charset="0"/>
                  <a:ea typeface="+mn-ea"/>
                  <a:cs typeface="Times New Roman" panose="02020603050405020304" pitchFamily="18" charset="0"/>
                </a:rPr>
                <a:t>PART 02</a:t>
              </a:r>
            </a:p>
          </p:txBody>
        </p:sp>
        <p:sp>
          <p:nvSpPr>
            <p:cNvPr id="9" name="TextBox 8"/>
            <p:cNvSpPr txBox="1"/>
            <p:nvPr/>
          </p:nvSpPr>
          <p:spPr>
            <a:xfrm rot="16200000">
              <a:off x="-2723056" y="3152695"/>
              <a:ext cx="1364819" cy="39823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A666E1">
                      <a:lumMod val="50000"/>
                    </a:srgbClr>
                  </a:solidFill>
                  <a:effectLst/>
                  <a:uLnTx/>
                  <a:uFillTx/>
                  <a:latin typeface="Arial Black" panose="020B0A04020102020204" pitchFamily="34" charset="0"/>
                  <a:ea typeface="+mn-ea"/>
                  <a:cs typeface="Times New Roman" panose="02020603050405020304" pitchFamily="18" charset="0"/>
                </a:rPr>
                <a:t>PART 03</a:t>
              </a:r>
            </a:p>
          </p:txBody>
        </p:sp>
      </p:grpSp>
      <p:sp useBgFill="1">
        <p:nvSpPr>
          <p:cNvPr id="10" name="Oval 9"/>
          <p:cNvSpPr/>
          <p:nvPr/>
        </p:nvSpPr>
        <p:spPr>
          <a:xfrm rot="16200000">
            <a:off x="-909156" y="2130078"/>
            <a:ext cx="2486507" cy="2572420"/>
          </a:xfrm>
          <a:prstGeom prst="ellipse">
            <a:avLst/>
          </a:prstGeom>
          <a:ln>
            <a:noFill/>
          </a:ln>
          <a:effectLst>
            <a:outerShdw blurRad="152400" sx="103000" sy="103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941D41DF-5F1D-E279-D4E6-F39C5210FA1C}"/>
                  </a:ext>
                </a:extLst>
              </p:cNvPr>
              <p:cNvSpPr txBox="1"/>
              <p:nvPr/>
            </p:nvSpPr>
            <p:spPr>
              <a:xfrm>
                <a:off x="4441371" y="1555671"/>
                <a:ext cx="7469580" cy="480131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0000"/>
                    </a:solidFill>
                    <a:effectLst/>
                    <a:highlight>
                      <a:srgbClr val="FFFF00"/>
                    </a:highlight>
                    <a:uLnTx/>
                    <a:uFillTx/>
                    <a:latin typeface="Times New Roman" panose="02020603050405020304" pitchFamily="18" charset="0"/>
                    <a:ea typeface="+mn-ea"/>
                    <a:cs typeface="Times New Roman" panose="02020603050405020304" pitchFamily="18" charset="0"/>
                  </a:rPr>
                  <a:t>Definition:</a:t>
                </a:r>
              </a:p>
              <a:p>
                <a:pPr lvl="0"/>
                <a:r>
                  <a:rPr lang="en-US" dirty="0">
                    <a:solidFill>
                      <a:prstClr val="black"/>
                    </a:solidFill>
                    <a:latin typeface="Times New Roman" panose="02020603050405020304" pitchFamily="18" charset="0"/>
                    <a:cs typeface="Times New Roman" panose="02020603050405020304" pitchFamily="18" charset="0"/>
                  </a:rPr>
                  <a:t>Boundary Layer is the region in which the viscous force and inertia force are of comparable magnitude. Outside of the region the boundary layer velocity gradient is small and so viscous forces can be ignored.</a:t>
                </a:r>
                <a:r>
                  <a:rPr kumimoji="0" lang="en-US" sz="18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a:t>
                </a:r>
              </a:p>
              <a:p>
                <a:endParaRPr lang="en-US" dirty="0">
                  <a:latin typeface="Times New Roman" panose="02020603050405020304" pitchFamily="18" charset="0"/>
                  <a:cs typeface="Times New Roman" panose="02020603050405020304" pitchFamily="18" charset="0"/>
                </a:endParaRPr>
              </a:p>
              <a:p>
                <a:r>
                  <a:rPr lang="en-US" b="1" dirty="0">
                    <a:highlight>
                      <a:srgbClr val="C0C0C0"/>
                    </a:highlight>
                    <a:latin typeface="Times New Roman" panose="02020603050405020304" pitchFamily="18" charset="0"/>
                    <a:cs typeface="Times New Roman" panose="02020603050405020304" pitchFamily="18" charset="0"/>
                  </a:rPr>
                  <a:t>Flow over a Plate</a:t>
                </a:r>
              </a:p>
              <a:p>
                <a:pPr lvl="0"/>
                <a:r>
                  <a:rPr lang="en-US" dirty="0">
                    <a:latin typeface="Times New Roman" panose="02020603050405020304" pitchFamily="18" charset="0"/>
                    <a:cs typeface="Times New Roman" panose="02020603050405020304" pitchFamily="18" charset="0"/>
                  </a:rPr>
                  <a:t>At the lower plate: </a:t>
                </a:r>
              </a:p>
              <a:p>
                <a:pPr lvl="0"/>
                <a14:m>
                  <m:oMathPara xmlns:m="http://schemas.openxmlformats.org/officeDocument/2006/math">
                    <m:oMath>
                      <m:r>
                        <a:rPr lang="en-US" i="1" dirty="0" smtClean="0">
                          <a:latin typeface="Cambria Math" panose="02040503050406030204" pitchFamily="18" charset="0"/>
                          <a:cs typeface="Times New Roman" panose="02020603050405020304" pitchFamily="18" charset="0"/>
                        </a:rPr>
                        <m:t>𝑢</m:t>
                      </m:r>
                      <m:r>
                        <a:rPr lang="en-US" i="1" dirty="0" smtClean="0">
                          <a:latin typeface="Cambria Math" panose="02040503050406030204" pitchFamily="18" charset="0"/>
                          <a:cs typeface="Times New Roman" panose="02020603050405020304" pitchFamily="18" charset="0"/>
                        </a:rPr>
                        <m:t>=0,</m:t>
                      </m:r>
                      <m:r>
                        <a:rPr lang="en-US" i="1" dirty="0" smtClean="0">
                          <a:latin typeface="Cambria Math" panose="02040503050406030204" pitchFamily="18" charset="0"/>
                          <a:cs typeface="Times New Roman" panose="02020603050405020304" pitchFamily="18" charset="0"/>
                        </a:rPr>
                        <m:t>𝑣</m:t>
                      </m:r>
                      <m:r>
                        <a:rPr lang="en-US" i="1" dirty="0" smtClean="0">
                          <a:latin typeface="Cambria Math" panose="02040503050406030204" pitchFamily="18" charset="0"/>
                          <a:cs typeface="Times New Roman" panose="02020603050405020304" pitchFamily="18" charset="0"/>
                        </a:rPr>
                        <m:t>=0,</m:t>
                      </m:r>
                      <m:r>
                        <a:rPr lang="en-US" i="1" dirty="0" smtClean="0">
                          <a:latin typeface="Cambria Math" panose="02040503050406030204" pitchFamily="18" charset="0"/>
                          <a:cs typeface="Times New Roman" panose="02020603050405020304" pitchFamily="18" charset="0"/>
                        </a:rPr>
                        <m:t>𝑦</m:t>
                      </m:r>
                      <m:r>
                        <a:rPr lang="en-US" i="1" dirty="0" smtClean="0">
                          <a:latin typeface="Cambria Math" panose="02040503050406030204" pitchFamily="18" charset="0"/>
                          <a:cs typeface="Times New Roman" panose="02020603050405020304" pitchFamily="18" charset="0"/>
                        </a:rPr>
                        <m:t>=0 </m:t>
                      </m:r>
                    </m:oMath>
                  </m:oMathPara>
                </a14:m>
                <a:endParaRPr lang="en-US" dirty="0">
                  <a:latin typeface="Times New Roman" panose="02020603050405020304" pitchFamily="18" charset="0"/>
                  <a:cs typeface="Times New Roman" panose="02020603050405020304" pitchFamily="18" charset="0"/>
                </a:endParaRPr>
              </a:p>
              <a:p>
                <a:pPr lvl="0"/>
                <a:r>
                  <a:rPr lang="en-US" dirty="0">
                    <a:latin typeface="Times New Roman" panose="02020603050405020304" pitchFamily="18" charset="0"/>
                    <a:cs typeface="Times New Roman" panose="02020603050405020304" pitchFamily="18" charset="0"/>
                  </a:rPr>
                  <a:t>At the edge of boundary layer: </a:t>
                </a:r>
              </a:p>
              <a:p>
                <a14:m>
                  <m:oMathPara xmlns:m="http://schemas.openxmlformats.org/officeDocument/2006/math">
                    <m:oMath>
                      <m:r>
                        <a:rPr lang="en-US" i="1" dirty="0" smtClean="0">
                          <a:latin typeface="Cambria Math" panose="02040503050406030204" pitchFamily="18" charset="0"/>
                          <a:cs typeface="Times New Roman" panose="02020603050405020304" pitchFamily="18" charset="0"/>
                        </a:rPr>
                        <m:t>𝑢</m:t>
                      </m:r>
                      <m:r>
                        <a:rPr lang="en-US" i="1" dirty="0" smtClean="0">
                          <a:latin typeface="Cambria Math" panose="02040503050406030204" pitchFamily="18" charset="0"/>
                          <a:cs typeface="Times New Roman" panose="02020603050405020304" pitchFamily="18" charset="0"/>
                        </a:rPr>
                        <m:t>=</m:t>
                      </m:r>
                      <m:sSub>
                        <m:sSubPr>
                          <m:ctrlPr>
                            <a:rPr lang="en-US" i="1" dirty="0" smtClean="0">
                              <a:latin typeface="Cambria Math" panose="02040503050406030204" pitchFamily="18" charset="0"/>
                              <a:cs typeface="Times New Roman" panose="02020603050405020304" pitchFamily="18" charset="0"/>
                            </a:rPr>
                          </m:ctrlPr>
                        </m:sSubPr>
                        <m:e>
                          <m:r>
                            <a:rPr lang="en-US" i="1" dirty="0" smtClean="0">
                              <a:latin typeface="Cambria Math" panose="02040503050406030204" pitchFamily="18" charset="0"/>
                              <a:cs typeface="Times New Roman" panose="02020603050405020304" pitchFamily="18" charset="0"/>
                            </a:rPr>
                            <m:t>𝑢</m:t>
                          </m:r>
                        </m:e>
                        <m:sub>
                          <m:r>
                            <a:rPr lang="en-US" i="1" dirty="0" smtClean="0">
                              <a:latin typeface="Cambria Math" panose="02040503050406030204" pitchFamily="18" charset="0"/>
                              <a:cs typeface="Times New Roman" panose="02020603050405020304" pitchFamily="18" charset="0"/>
                            </a:rPr>
                            <m:t>∞</m:t>
                          </m:r>
                        </m:sub>
                      </m:sSub>
                      <m:r>
                        <a:rPr lang="en-US" i="1" dirty="0" smtClean="0">
                          <a:latin typeface="Cambria Math" panose="02040503050406030204" pitchFamily="18" charset="0"/>
                          <a:cs typeface="Times New Roman" panose="02020603050405020304" pitchFamily="18" charset="0"/>
                        </a:rPr>
                        <m:t>​,</m:t>
                      </m:r>
                      <m:r>
                        <a:rPr lang="en-US" i="1" dirty="0" smtClean="0">
                          <a:latin typeface="Cambria Math" panose="02040503050406030204" pitchFamily="18" charset="0"/>
                          <a:cs typeface="Times New Roman" panose="02020603050405020304" pitchFamily="18" charset="0"/>
                        </a:rPr>
                        <m:t>𝑦</m:t>
                      </m:r>
                      <m:r>
                        <a:rPr lang="en-US" i="1" dirty="0" smtClean="0">
                          <a:latin typeface="Cambria Math" panose="02040503050406030204" pitchFamily="18" charset="0"/>
                          <a:cs typeface="Times New Roman" panose="02020603050405020304" pitchFamily="18" charset="0"/>
                        </a:rPr>
                        <m:t>=</m:t>
                      </m:r>
                      <m:r>
                        <a:rPr lang="en-US" i="1" dirty="0" smtClean="0">
                          <a:latin typeface="Cambria Math" panose="02040503050406030204" pitchFamily="18" charset="0"/>
                          <a:cs typeface="Times New Roman" panose="02020603050405020304" pitchFamily="18" charset="0"/>
                        </a:rPr>
                        <m:t>𝛿</m:t>
                      </m:r>
                      <m:r>
                        <a:rPr lang="en-US" i="1" dirty="0" smtClean="0">
                          <a:latin typeface="Cambria Math" panose="02040503050406030204" pitchFamily="18" charset="0"/>
                          <a:cs typeface="Times New Roman" panose="02020603050405020304" pitchFamily="18" charset="0"/>
                        </a:rPr>
                        <m:t> </m:t>
                      </m:r>
                    </m:oMath>
                  </m:oMathPara>
                </a14:m>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where,</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δ = Boundary layer thickness </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u∞​=Free-stream velocity </a:t>
                </a:r>
              </a:p>
              <a:p>
                <a:r>
                  <a:rPr lang="en-US" b="1" dirty="0">
                    <a:highlight>
                      <a:srgbClr val="00FF00"/>
                    </a:highlight>
                    <a:latin typeface="Times New Roman" panose="02020603050405020304" pitchFamily="18" charset="0"/>
                    <a:cs typeface="Times New Roman" panose="02020603050405020304" pitchFamily="18" charset="0"/>
                  </a:rPr>
                  <a:t>Example:</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Flow of a viscous fluid over a flat plate produces a thin region near the plate where the velocity changes rapidly from </a:t>
                </a:r>
                <a14:m>
                  <m:oMath xmlns:m="http://schemas.openxmlformats.org/officeDocument/2006/math">
                    <m:r>
                      <a:rPr lang="en-US" i="1" dirty="0" smtClean="0">
                        <a:latin typeface="Cambria Math" panose="02040503050406030204" pitchFamily="18" charset="0"/>
                        <a:cs typeface="Times New Roman" panose="02020603050405020304" pitchFamily="18" charset="0"/>
                      </a:rPr>
                      <m:t>𝑢</m:t>
                    </m:r>
                    <m:r>
                      <a:rPr lang="en-US" i="1" dirty="0" smtClean="0">
                        <a:latin typeface="Cambria Math" panose="02040503050406030204" pitchFamily="18" charset="0"/>
                        <a:cs typeface="Times New Roman" panose="02020603050405020304" pitchFamily="18" charset="0"/>
                      </a:rPr>
                      <m:t>=0 </m:t>
                    </m:r>
                    <m:r>
                      <a:rPr lang="en-US" i="1" dirty="0" smtClean="0">
                        <a:latin typeface="Cambria Math" panose="02040503050406030204" pitchFamily="18" charset="0"/>
                        <a:cs typeface="Times New Roman" panose="02020603050405020304" pitchFamily="18" charset="0"/>
                      </a:rPr>
                      <m:t>𝑡𝑜</m:t>
                    </m:r>
                    <m:r>
                      <a:rPr lang="en-US" i="1" dirty="0" smtClean="0">
                        <a:latin typeface="Cambria Math" panose="02040503050406030204" pitchFamily="18" charset="0"/>
                        <a:cs typeface="Times New Roman" panose="02020603050405020304" pitchFamily="18" charset="0"/>
                      </a:rPr>
                      <m:t> </m:t>
                    </m:r>
                    <m:sSub>
                      <m:sSubPr>
                        <m:ctrlPr>
                          <a:rPr lang="en-US" i="1" dirty="0" smtClean="0">
                            <a:latin typeface="Cambria Math" panose="02040503050406030204" pitchFamily="18" charset="0"/>
                            <a:cs typeface="Times New Roman" panose="02020603050405020304" pitchFamily="18" charset="0"/>
                          </a:rPr>
                        </m:ctrlPr>
                      </m:sSubPr>
                      <m:e>
                        <m:r>
                          <a:rPr lang="en-US" i="1" dirty="0" smtClean="0">
                            <a:latin typeface="Cambria Math" panose="02040503050406030204" pitchFamily="18" charset="0"/>
                            <a:cs typeface="Times New Roman" panose="02020603050405020304" pitchFamily="18" charset="0"/>
                          </a:rPr>
                          <m:t>𝑢</m:t>
                        </m:r>
                      </m:e>
                      <m:sub>
                        <m:r>
                          <a:rPr lang="en-US" i="1" dirty="0" smtClean="0">
                            <a:latin typeface="Cambria Math" panose="02040503050406030204" pitchFamily="18" charset="0"/>
                            <a:cs typeface="Times New Roman" panose="02020603050405020304" pitchFamily="18" charset="0"/>
                          </a:rPr>
                          <m:t>∞</m:t>
                        </m:r>
                      </m:sub>
                    </m:sSub>
                    <m:r>
                      <a:rPr lang="en-US" i="1" dirty="0" smtClean="0">
                        <a:latin typeface="Cambria Math" panose="02040503050406030204" pitchFamily="18" charset="0"/>
                        <a:cs typeface="Times New Roman" panose="02020603050405020304" pitchFamily="18" charset="0"/>
                      </a:rPr>
                      <m:t>​.</m:t>
                    </m:r>
                  </m:oMath>
                </a14:m>
                <a:endParaRPr lang="en-US" dirty="0">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mc:Choice>
        <mc:Fallback xmlns="">
          <p:sp>
            <p:nvSpPr>
              <p:cNvPr id="11" name="TextBox 10">
                <a:extLst>
                  <a:ext uri="{FF2B5EF4-FFF2-40B4-BE49-F238E27FC236}">
                    <a16:creationId xmlns:a16="http://schemas.microsoft.com/office/drawing/2014/main" id="{941D41DF-5F1D-E279-D4E6-F39C5210FA1C}"/>
                  </a:ext>
                </a:extLst>
              </p:cNvPr>
              <p:cNvSpPr txBox="1">
                <a:spLocks noRot="1" noChangeAspect="1" noMove="1" noResize="1" noEditPoints="1" noAdjustHandles="1" noChangeArrowheads="1" noChangeShapeType="1" noTextEdit="1"/>
              </p:cNvSpPr>
              <p:nvPr/>
            </p:nvSpPr>
            <p:spPr>
              <a:xfrm>
                <a:off x="4441371" y="1555671"/>
                <a:ext cx="7469580" cy="4801314"/>
              </a:xfrm>
              <a:prstGeom prst="rect">
                <a:avLst/>
              </a:prstGeom>
              <a:blipFill>
                <a:blip r:embed="rId4"/>
                <a:stretch>
                  <a:fillRect l="-735" t="-635" r="-1306"/>
                </a:stretch>
              </a:blipFill>
            </p:spPr>
            <p:txBody>
              <a:bodyPr/>
              <a:lstStyle/>
              <a:p>
                <a:r>
                  <a:rPr lang="en-US">
                    <a:noFill/>
                  </a:rPr>
                  <a:t> </a:t>
                </a:r>
              </a:p>
            </p:txBody>
          </p:sp>
        </mc:Fallback>
      </mc:AlternateContent>
    </p:spTree>
    <p:extLst>
      <p:ext uri="{BB962C8B-B14F-4D97-AF65-F5344CB8AC3E}">
        <p14:creationId xmlns:p14="http://schemas.microsoft.com/office/powerpoint/2010/main" val="278451976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F18956B-1C67-4A87-8CC3-F65D34ECFD82}"/>
              </a:ext>
            </a:extLst>
          </p:cNvPr>
          <p:cNvSpPr txBox="1"/>
          <p:nvPr/>
        </p:nvSpPr>
        <p:spPr>
          <a:xfrm>
            <a:off x="3776353" y="227347"/>
            <a:ext cx="8110846" cy="597664"/>
          </a:xfrm>
          <a:prstGeom prst="rect">
            <a:avLst/>
          </a:prstGeom>
          <a:noFill/>
        </p:spPr>
        <p:txBody>
          <a:bodyPr wrap="square" rtlCol="0">
            <a:spAutoFit/>
          </a:bodyPr>
          <a:lstStyle/>
          <a:p>
            <a:pPr lvl="0" algn="ctr" defTabSz="304404" fontAlgn="base">
              <a:lnSpc>
                <a:spcPct val="110000"/>
              </a:lnSpc>
              <a:spcAft>
                <a:spcPts val="583"/>
              </a:spcAft>
              <a:buClr>
                <a:srgbClr val="000000"/>
              </a:buClr>
              <a:buSzPts val="1100"/>
            </a:pPr>
            <a:r>
              <a:rPr lang="en-US" sz="3200" b="1" kern="0" dirty="0">
                <a:solidFill>
                  <a:srgbClr val="FF0000"/>
                </a:solidFill>
                <a:latin typeface="Algerian" panose="04020705040A02060702" pitchFamily="82" charset="0"/>
              </a:rPr>
              <a:t>BOUNDARY LAYER THICKNESSES</a:t>
            </a:r>
          </a:p>
        </p:txBody>
      </p:sp>
      <p:grpSp>
        <p:nvGrpSpPr>
          <p:cNvPr id="7" name="Group 6"/>
          <p:cNvGrpSpPr/>
          <p:nvPr/>
        </p:nvGrpSpPr>
        <p:grpSpPr>
          <a:xfrm rot="16200000">
            <a:off x="-3067049" y="-256670"/>
            <a:ext cx="7379804" cy="7345917"/>
            <a:chOff x="-3355805" y="-256670"/>
            <a:chExt cx="7379804" cy="7345917"/>
          </a:xfrm>
        </p:grpSpPr>
        <p:sp useBgFill="1">
          <p:nvSpPr>
            <p:cNvPr id="8" name="Flowchart: Summing Junction 7"/>
            <p:cNvSpPr/>
            <p:nvPr/>
          </p:nvSpPr>
          <p:spPr>
            <a:xfrm>
              <a:off x="-3355805" y="-256670"/>
              <a:ext cx="7379804" cy="7345917"/>
            </a:xfrm>
            <a:prstGeom prst="flowChartSummingJunction">
              <a:avLst/>
            </a:prstGeom>
            <a:ln w="12700">
              <a:solidFill>
                <a:schemeClr val="bg1"/>
              </a:solidFill>
            </a:ln>
            <a:effectLst>
              <a:outerShdw blurRad="152400" dist="38100" sx="102000" sy="102000" algn="l" rotWithShape="0">
                <a:schemeClr val="tx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sp>
          <p:nvSpPr>
            <p:cNvPr id="9" name="TextBox 8"/>
            <p:cNvSpPr txBox="1"/>
            <p:nvPr/>
          </p:nvSpPr>
          <p:spPr>
            <a:xfrm rot="5400000">
              <a:off x="2088313" y="3152696"/>
              <a:ext cx="1364819" cy="39823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A666E1">
                      <a:lumMod val="50000"/>
                    </a:srgbClr>
                  </a:solidFill>
                  <a:effectLst/>
                  <a:uLnTx/>
                  <a:uFillTx/>
                  <a:latin typeface="Arial Black" panose="020B0A04020102020204" pitchFamily="34" charset="0"/>
                  <a:ea typeface="+mn-ea"/>
                  <a:cs typeface="Times New Roman" panose="02020603050405020304" pitchFamily="18" charset="0"/>
                </a:rPr>
                <a:t>PART 01</a:t>
              </a:r>
            </a:p>
          </p:txBody>
        </p:sp>
        <p:sp>
          <p:nvSpPr>
            <p:cNvPr id="10" name="TextBox 9"/>
            <p:cNvSpPr txBox="1"/>
            <p:nvPr/>
          </p:nvSpPr>
          <p:spPr>
            <a:xfrm>
              <a:off x="-168443" y="859082"/>
              <a:ext cx="1357207" cy="40047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A666E1">
                      <a:lumMod val="50000"/>
                    </a:srgbClr>
                  </a:solidFill>
                  <a:effectLst/>
                  <a:uLnTx/>
                  <a:uFillTx/>
                  <a:latin typeface="Arial Black" panose="020B0A04020102020204" pitchFamily="34" charset="0"/>
                  <a:ea typeface="+mn-ea"/>
                  <a:cs typeface="Times New Roman" panose="02020603050405020304" pitchFamily="18" charset="0"/>
                </a:rPr>
                <a:t>PART 04</a:t>
              </a:r>
            </a:p>
          </p:txBody>
        </p:sp>
        <p:sp>
          <p:nvSpPr>
            <p:cNvPr id="11" name="TextBox 10"/>
            <p:cNvSpPr txBox="1"/>
            <p:nvPr/>
          </p:nvSpPr>
          <p:spPr>
            <a:xfrm flipV="1">
              <a:off x="-96252" y="5567440"/>
              <a:ext cx="1357207" cy="40047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A666E1">
                      <a:lumMod val="50000"/>
                    </a:srgbClr>
                  </a:solidFill>
                  <a:effectLst/>
                  <a:uLnTx/>
                  <a:uFillTx/>
                  <a:latin typeface="Arial Black" panose="020B0A04020102020204" pitchFamily="34" charset="0"/>
                  <a:ea typeface="+mn-ea"/>
                  <a:cs typeface="Times New Roman" panose="02020603050405020304" pitchFamily="18" charset="0"/>
                </a:rPr>
                <a:t>PART 02</a:t>
              </a:r>
            </a:p>
          </p:txBody>
        </p:sp>
        <p:sp>
          <p:nvSpPr>
            <p:cNvPr id="12" name="TextBox 11"/>
            <p:cNvSpPr txBox="1"/>
            <p:nvPr/>
          </p:nvSpPr>
          <p:spPr>
            <a:xfrm rot="16200000">
              <a:off x="-2723056" y="3152695"/>
              <a:ext cx="1364819" cy="39823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A666E1">
                      <a:lumMod val="50000"/>
                    </a:srgbClr>
                  </a:solidFill>
                  <a:effectLst/>
                  <a:uLnTx/>
                  <a:uFillTx/>
                  <a:latin typeface="Arial Black" panose="020B0A04020102020204" pitchFamily="34" charset="0"/>
                  <a:ea typeface="+mn-ea"/>
                  <a:cs typeface="Times New Roman" panose="02020603050405020304" pitchFamily="18" charset="0"/>
                </a:rPr>
                <a:t>PART 03</a:t>
              </a:r>
            </a:p>
          </p:txBody>
        </p:sp>
      </p:grpSp>
      <p:sp useBgFill="1">
        <p:nvSpPr>
          <p:cNvPr id="13" name="Oval 12"/>
          <p:cNvSpPr/>
          <p:nvPr/>
        </p:nvSpPr>
        <p:spPr>
          <a:xfrm rot="2701225">
            <a:off x="-584478" y="2218016"/>
            <a:ext cx="2414663" cy="2396544"/>
          </a:xfrm>
          <a:prstGeom prst="ellipse">
            <a:avLst/>
          </a:prstGeom>
          <a:ln>
            <a:noFill/>
          </a:ln>
          <a:effectLst>
            <a:outerShdw blurRad="152400" sx="103000" sy="103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D09BF3C1-E69C-8E0F-83A2-5ED31043428B}"/>
                  </a:ext>
                </a:extLst>
              </p:cNvPr>
              <p:cNvSpPr txBox="1"/>
              <p:nvPr/>
            </p:nvSpPr>
            <p:spPr>
              <a:xfrm>
                <a:off x="4597052" y="752259"/>
                <a:ext cx="7290147" cy="6116483"/>
              </a:xfrm>
              <a:prstGeom prst="rect">
                <a:avLst/>
              </a:prstGeom>
              <a:noFill/>
            </p:spPr>
            <p:txBody>
              <a:bodyPr wrap="square" rtlCol="0">
                <a:spAutoFit/>
              </a:bodyPr>
              <a:lstStyle/>
              <a:p>
                <a:r>
                  <a:rPr lang="en-US" b="1" dirty="0">
                    <a:highlight>
                      <a:srgbClr val="00FF00"/>
                    </a:highlight>
                    <a:latin typeface="Times New Roman" panose="02020603050405020304" pitchFamily="18" charset="0"/>
                    <a:cs typeface="Times New Roman" panose="02020603050405020304" pitchFamily="18" charset="0"/>
                  </a:rPr>
                  <a:t>Displacement, Momentum &amp; Energy Thickness</a:t>
                </a:r>
              </a:p>
              <a:p>
                <a:endParaRPr lang="en-US" dirty="0">
                  <a:latin typeface="Times New Roman" panose="02020603050405020304" pitchFamily="18" charset="0"/>
                  <a:cs typeface="Times New Roman" panose="02020603050405020304" pitchFamily="18" charset="0"/>
                </a:endParaRPr>
              </a:p>
              <a:p>
                <a:r>
                  <a:rPr lang="en-US" b="1" dirty="0">
                    <a:highlight>
                      <a:srgbClr val="00FFFF"/>
                    </a:highlight>
                    <a:latin typeface="Times New Roman" panose="02020603050405020304" pitchFamily="18" charset="0"/>
                    <a:cs typeface="Times New Roman" panose="02020603050405020304" pitchFamily="18" charset="0"/>
                  </a:rPr>
                  <a:t>Displacement Thickness:</a:t>
                </a:r>
              </a:p>
              <a:p>
                <a:pPr/>
                <a14:m>
                  <m:oMathPara xmlns:m="http://schemas.openxmlformats.org/officeDocument/2006/math">
                    <m:oMath>
                      <m:sSub>
                        <m:sSubPr>
                          <m:ctrlPr>
                            <a:rPr lang="en-US" i="1" dirty="0" smtClean="0">
                              <a:latin typeface="Cambria Math" panose="02040503050406030204" pitchFamily="18" charset="0"/>
                              <a:cs typeface="Times New Roman" panose="02020603050405020304" pitchFamily="18" charset="0"/>
                            </a:rPr>
                          </m:ctrlPr>
                        </m:sSubPr>
                        <m:e>
                          <m:r>
                            <a:rPr lang="en-US" i="1" dirty="0" smtClean="0">
                              <a:latin typeface="Cambria Math" panose="02040503050406030204" pitchFamily="18" charset="0"/>
                              <a:cs typeface="Times New Roman" panose="02020603050405020304" pitchFamily="18" charset="0"/>
                            </a:rPr>
                            <m:t>𝛿</m:t>
                          </m:r>
                        </m:e>
                        <m:sub>
                          <m:r>
                            <a:rPr lang="en-US" i="1" dirty="0" smtClean="0">
                              <a:latin typeface="Cambria Math" panose="02040503050406030204" pitchFamily="18" charset="0"/>
                              <a:cs typeface="Times New Roman" panose="02020603050405020304" pitchFamily="18" charset="0"/>
                            </a:rPr>
                            <m:t>1</m:t>
                          </m:r>
                        </m:sub>
                      </m:sSub>
                      <m:r>
                        <a:rPr lang="en-US" i="1" dirty="0" smtClean="0">
                          <a:latin typeface="Cambria Math" panose="02040503050406030204" pitchFamily="18" charset="0"/>
                          <a:cs typeface="Times New Roman" panose="02020603050405020304" pitchFamily="18" charset="0"/>
                        </a:rPr>
                        <m:t>​=</m:t>
                      </m:r>
                      <m:nary>
                        <m:naryPr>
                          <m:ctrlPr>
                            <a:rPr lang="en-US" b="0" i="1" dirty="0" smtClean="0">
                              <a:latin typeface="Cambria Math" panose="02040503050406030204" pitchFamily="18" charset="0"/>
                              <a:cs typeface="Times New Roman" panose="02020603050405020304" pitchFamily="18" charset="0"/>
                            </a:rPr>
                          </m:ctrlPr>
                        </m:naryPr>
                        <m:sub>
                          <m:r>
                            <m:rPr>
                              <m:brk m:alnAt="23"/>
                            </m:rPr>
                            <a:rPr lang="en-US" b="0" i="1" dirty="0" smtClean="0">
                              <a:latin typeface="Cambria Math" panose="02040503050406030204" pitchFamily="18" charset="0"/>
                              <a:cs typeface="Times New Roman" panose="02020603050405020304" pitchFamily="18" charset="0"/>
                            </a:rPr>
                            <m:t>0</m:t>
                          </m:r>
                        </m:sub>
                        <m:sup>
                          <m:r>
                            <a:rPr lang="en-US" i="1" dirty="0" smtClean="0">
                              <a:latin typeface="Cambria Math" panose="02040503050406030204" pitchFamily="18" charset="0"/>
                              <a:cs typeface="Times New Roman" panose="02020603050405020304" pitchFamily="18" charset="0"/>
                            </a:rPr>
                            <m:t>𝛿</m:t>
                          </m:r>
                        </m:sup>
                        <m:e>
                          <m:r>
                            <a:rPr lang="en-US" i="1" dirty="0" smtClean="0">
                              <a:latin typeface="Cambria Math" panose="02040503050406030204" pitchFamily="18" charset="0"/>
                              <a:cs typeface="Times New Roman" panose="02020603050405020304" pitchFamily="18" charset="0"/>
                            </a:rPr>
                            <m:t>(1−</m:t>
                          </m:r>
                          <m:f>
                            <m:fPr>
                              <m:ctrlPr>
                                <a:rPr lang="en-US" i="1" dirty="0" smtClean="0">
                                  <a:latin typeface="Cambria Math" panose="02040503050406030204" pitchFamily="18" charset="0"/>
                                  <a:cs typeface="Times New Roman" panose="02020603050405020304" pitchFamily="18" charset="0"/>
                                </a:rPr>
                              </m:ctrlPr>
                            </m:fPr>
                            <m:num>
                              <m:r>
                                <a:rPr lang="en-US" i="1" dirty="0" smtClean="0">
                                  <a:latin typeface="Cambria Math" panose="02040503050406030204" pitchFamily="18" charset="0"/>
                                  <a:cs typeface="Times New Roman" panose="02020603050405020304" pitchFamily="18" charset="0"/>
                                </a:rPr>
                                <m:t>𝑢</m:t>
                              </m:r>
                            </m:num>
                            <m:den>
                              <m:sSub>
                                <m:sSubPr>
                                  <m:ctrlPr>
                                    <a:rPr lang="en-US" i="1" dirty="0" smtClean="0">
                                      <a:latin typeface="Cambria Math" panose="02040503050406030204" pitchFamily="18" charset="0"/>
                                      <a:cs typeface="Times New Roman" panose="02020603050405020304" pitchFamily="18" charset="0"/>
                                    </a:rPr>
                                  </m:ctrlPr>
                                </m:sSubPr>
                                <m:e>
                                  <m:r>
                                    <a:rPr lang="en-US" i="1" dirty="0" smtClean="0">
                                      <a:latin typeface="Cambria Math" panose="02040503050406030204" pitchFamily="18" charset="0"/>
                                      <a:cs typeface="Times New Roman" panose="02020603050405020304" pitchFamily="18" charset="0"/>
                                    </a:rPr>
                                    <m:t>𝑢</m:t>
                                  </m:r>
                                </m:e>
                                <m:sub>
                                  <m:r>
                                    <a:rPr lang="en-US" i="1" dirty="0" smtClean="0">
                                      <a:latin typeface="Cambria Math" panose="02040503050406030204" pitchFamily="18" charset="0"/>
                                      <a:cs typeface="Times New Roman" panose="02020603050405020304" pitchFamily="18" charset="0"/>
                                    </a:rPr>
                                    <m:t>∞</m:t>
                                  </m:r>
                                </m:sub>
                              </m:sSub>
                            </m:den>
                          </m:f>
                          <m:r>
                            <a:rPr lang="en-US" i="1" dirty="0" smtClean="0">
                              <a:latin typeface="Cambria Math" panose="02040503050406030204" pitchFamily="18" charset="0"/>
                              <a:cs typeface="Times New Roman" panose="02020603050405020304" pitchFamily="18" charset="0"/>
                            </a:rPr>
                            <m:t>​​)</m:t>
                          </m:r>
                          <m:r>
                            <a:rPr lang="en-US" i="1" dirty="0" err="1" smtClean="0">
                              <a:latin typeface="Cambria Math" panose="02040503050406030204" pitchFamily="18" charset="0"/>
                              <a:cs typeface="Times New Roman" panose="02020603050405020304" pitchFamily="18" charset="0"/>
                            </a:rPr>
                            <m:t>𝑑𝑦</m:t>
                          </m:r>
                          <m:r>
                            <a:rPr lang="en-US" i="1" dirty="0" smtClean="0">
                              <a:latin typeface="Cambria Math" panose="02040503050406030204" pitchFamily="18" charset="0"/>
                              <a:cs typeface="Times New Roman" panose="02020603050405020304" pitchFamily="18" charset="0"/>
                            </a:rPr>
                            <m:t>​ </m:t>
                          </m:r>
                          <m:r>
                            <m:rPr>
                              <m:nor/>
                            </m:rPr>
                            <a:rPr lang="en-US" i="0" dirty="0" smtClean="0">
                              <a:cs typeface="Times New Roman" panose="02020603050405020304" pitchFamily="18" charset="0"/>
                            </a:rPr>
                            <m:t> </m:t>
                          </m:r>
                        </m:e>
                      </m:nary>
                      <m:r>
                        <a:rPr lang="en-US" i="1" dirty="0" smtClean="0">
                          <a:latin typeface="Cambria Math" panose="02040503050406030204" pitchFamily="18" charset="0"/>
                          <a:cs typeface="Times New Roman" panose="02020603050405020304" pitchFamily="18" charset="0"/>
                        </a:rPr>
                        <m:t>​</m:t>
                      </m:r>
                    </m:oMath>
                  </m:oMathPara>
                </a14:m>
                <a:endParaRPr lang="en-US" dirty="0">
                  <a:latin typeface="Times New Roman" panose="02020603050405020304" pitchFamily="18" charset="0"/>
                  <a:cs typeface="Times New Roman" panose="02020603050405020304" pitchFamily="18" charset="0"/>
                </a:endParaRPr>
              </a:p>
              <a:p>
                <a:r>
                  <a:rPr lang="en-US" b="1" dirty="0">
                    <a:highlight>
                      <a:srgbClr val="FF00FF"/>
                    </a:highlight>
                    <a:latin typeface="Times New Roman" panose="02020603050405020304" pitchFamily="18" charset="0"/>
                    <a:cs typeface="Times New Roman" panose="02020603050405020304" pitchFamily="18" charset="0"/>
                  </a:rPr>
                  <a:t>Momentum Thickness:</a:t>
                </a:r>
              </a:p>
              <a:p>
                <a:pPr/>
                <a14:m>
                  <m:oMathPara xmlns:m="http://schemas.openxmlformats.org/officeDocument/2006/math">
                    <m:oMath>
                      <m:sSub>
                        <m:sSubPr>
                          <m:ctrlPr>
                            <a:rPr lang="en-US" i="1" dirty="0" smtClean="0">
                              <a:latin typeface="Cambria Math" panose="02040503050406030204" pitchFamily="18" charset="0"/>
                              <a:cs typeface="Times New Roman" panose="02020603050405020304" pitchFamily="18" charset="0"/>
                            </a:rPr>
                          </m:ctrlPr>
                        </m:sSubPr>
                        <m:e>
                          <m:r>
                            <a:rPr lang="en-US" i="1" dirty="0" smtClean="0">
                              <a:latin typeface="Cambria Math" panose="02040503050406030204" pitchFamily="18" charset="0"/>
                              <a:cs typeface="Times New Roman" panose="02020603050405020304" pitchFamily="18" charset="0"/>
                            </a:rPr>
                            <m:t>𝛿</m:t>
                          </m:r>
                        </m:e>
                        <m:sub>
                          <m:r>
                            <a:rPr lang="en-US" b="0" i="1" dirty="0" smtClean="0">
                              <a:latin typeface="Cambria Math" panose="02040503050406030204" pitchFamily="18" charset="0"/>
                              <a:cs typeface="Times New Roman" panose="02020603050405020304" pitchFamily="18" charset="0"/>
                            </a:rPr>
                            <m:t>2</m:t>
                          </m:r>
                        </m:sub>
                      </m:sSub>
                      <m:r>
                        <a:rPr lang="en-US" i="1" dirty="0" smtClean="0">
                          <a:latin typeface="Cambria Math" panose="02040503050406030204" pitchFamily="18" charset="0"/>
                          <a:cs typeface="Times New Roman" panose="02020603050405020304" pitchFamily="18" charset="0"/>
                        </a:rPr>
                        <m:t>​=</m:t>
                      </m:r>
                      <m:nary>
                        <m:naryPr>
                          <m:ctrlPr>
                            <a:rPr lang="en-US" b="0" i="1" dirty="0" smtClean="0">
                              <a:latin typeface="Cambria Math" panose="02040503050406030204" pitchFamily="18" charset="0"/>
                              <a:cs typeface="Times New Roman" panose="02020603050405020304" pitchFamily="18" charset="0"/>
                            </a:rPr>
                          </m:ctrlPr>
                        </m:naryPr>
                        <m:sub>
                          <m:r>
                            <m:rPr>
                              <m:brk m:alnAt="23"/>
                            </m:rPr>
                            <a:rPr lang="en-US" b="0" i="1" dirty="0" smtClean="0">
                              <a:latin typeface="Cambria Math" panose="02040503050406030204" pitchFamily="18" charset="0"/>
                              <a:cs typeface="Times New Roman" panose="02020603050405020304" pitchFamily="18" charset="0"/>
                            </a:rPr>
                            <m:t>0</m:t>
                          </m:r>
                        </m:sub>
                        <m:sup>
                          <m:r>
                            <a:rPr lang="en-US" i="1" dirty="0" smtClean="0">
                              <a:latin typeface="Cambria Math" panose="02040503050406030204" pitchFamily="18" charset="0"/>
                              <a:cs typeface="Times New Roman" panose="02020603050405020304" pitchFamily="18" charset="0"/>
                            </a:rPr>
                            <m:t>𝛿</m:t>
                          </m:r>
                        </m:sup>
                        <m:e>
                          <m:f>
                            <m:fPr>
                              <m:ctrlPr>
                                <a:rPr lang="en-US" i="1" dirty="0" smtClean="0">
                                  <a:latin typeface="Cambria Math" panose="02040503050406030204" pitchFamily="18" charset="0"/>
                                  <a:cs typeface="Times New Roman" panose="02020603050405020304" pitchFamily="18" charset="0"/>
                                </a:rPr>
                              </m:ctrlPr>
                            </m:fPr>
                            <m:num>
                              <m:r>
                                <a:rPr lang="en-US" i="1" dirty="0" smtClean="0">
                                  <a:latin typeface="Cambria Math" panose="02040503050406030204" pitchFamily="18" charset="0"/>
                                  <a:cs typeface="Times New Roman" panose="02020603050405020304" pitchFamily="18" charset="0"/>
                                </a:rPr>
                                <m:t>𝑢</m:t>
                              </m:r>
                            </m:num>
                            <m:den>
                              <m:sSub>
                                <m:sSubPr>
                                  <m:ctrlPr>
                                    <a:rPr lang="en-US" i="1" dirty="0" smtClean="0">
                                      <a:latin typeface="Cambria Math" panose="02040503050406030204" pitchFamily="18" charset="0"/>
                                      <a:cs typeface="Times New Roman" panose="02020603050405020304" pitchFamily="18" charset="0"/>
                                    </a:rPr>
                                  </m:ctrlPr>
                                </m:sSubPr>
                                <m:e>
                                  <m:r>
                                    <a:rPr lang="en-US" i="1" dirty="0" smtClean="0">
                                      <a:latin typeface="Cambria Math" panose="02040503050406030204" pitchFamily="18" charset="0"/>
                                      <a:cs typeface="Times New Roman" panose="02020603050405020304" pitchFamily="18" charset="0"/>
                                    </a:rPr>
                                    <m:t>𝑢</m:t>
                                  </m:r>
                                </m:e>
                                <m:sub>
                                  <m:r>
                                    <a:rPr lang="en-US" i="1" dirty="0" smtClean="0">
                                      <a:latin typeface="Cambria Math" panose="02040503050406030204" pitchFamily="18" charset="0"/>
                                      <a:cs typeface="Times New Roman" panose="02020603050405020304" pitchFamily="18" charset="0"/>
                                    </a:rPr>
                                    <m:t>∞</m:t>
                                  </m:r>
                                </m:sub>
                              </m:sSub>
                            </m:den>
                          </m:f>
                          <m:r>
                            <a:rPr lang="en-US" i="1" dirty="0" smtClean="0">
                              <a:latin typeface="Cambria Math" panose="02040503050406030204" pitchFamily="18" charset="0"/>
                              <a:cs typeface="Times New Roman" panose="02020603050405020304" pitchFamily="18" charset="0"/>
                            </a:rPr>
                            <m:t>(1−</m:t>
                          </m:r>
                          <m:f>
                            <m:fPr>
                              <m:ctrlPr>
                                <a:rPr lang="en-US" i="1" dirty="0" smtClean="0">
                                  <a:latin typeface="Cambria Math" panose="02040503050406030204" pitchFamily="18" charset="0"/>
                                  <a:cs typeface="Times New Roman" panose="02020603050405020304" pitchFamily="18" charset="0"/>
                                </a:rPr>
                              </m:ctrlPr>
                            </m:fPr>
                            <m:num>
                              <m:r>
                                <a:rPr lang="en-US" i="1" dirty="0" smtClean="0">
                                  <a:latin typeface="Cambria Math" panose="02040503050406030204" pitchFamily="18" charset="0"/>
                                  <a:cs typeface="Times New Roman" panose="02020603050405020304" pitchFamily="18" charset="0"/>
                                </a:rPr>
                                <m:t>𝑢</m:t>
                              </m:r>
                            </m:num>
                            <m:den>
                              <m:sSub>
                                <m:sSubPr>
                                  <m:ctrlPr>
                                    <a:rPr lang="en-US" i="1" dirty="0" smtClean="0">
                                      <a:latin typeface="Cambria Math" panose="02040503050406030204" pitchFamily="18" charset="0"/>
                                      <a:cs typeface="Times New Roman" panose="02020603050405020304" pitchFamily="18" charset="0"/>
                                    </a:rPr>
                                  </m:ctrlPr>
                                </m:sSubPr>
                                <m:e>
                                  <m:r>
                                    <a:rPr lang="en-US" i="1" dirty="0" smtClean="0">
                                      <a:latin typeface="Cambria Math" panose="02040503050406030204" pitchFamily="18" charset="0"/>
                                      <a:cs typeface="Times New Roman" panose="02020603050405020304" pitchFamily="18" charset="0"/>
                                    </a:rPr>
                                    <m:t>𝑢</m:t>
                                  </m:r>
                                </m:e>
                                <m:sub>
                                  <m:r>
                                    <a:rPr lang="en-US" i="1" dirty="0" smtClean="0">
                                      <a:latin typeface="Cambria Math" panose="02040503050406030204" pitchFamily="18" charset="0"/>
                                      <a:cs typeface="Times New Roman" panose="02020603050405020304" pitchFamily="18" charset="0"/>
                                    </a:rPr>
                                    <m:t>∞</m:t>
                                  </m:r>
                                </m:sub>
                              </m:sSub>
                            </m:den>
                          </m:f>
                          <m:r>
                            <a:rPr lang="en-US" i="1" dirty="0" smtClean="0">
                              <a:latin typeface="Cambria Math" panose="02040503050406030204" pitchFamily="18" charset="0"/>
                              <a:cs typeface="Times New Roman" panose="02020603050405020304" pitchFamily="18" charset="0"/>
                            </a:rPr>
                            <m:t>​​)</m:t>
                          </m:r>
                          <m:r>
                            <a:rPr lang="en-US" i="1" dirty="0" err="1" smtClean="0">
                              <a:latin typeface="Cambria Math" panose="02040503050406030204" pitchFamily="18" charset="0"/>
                              <a:cs typeface="Times New Roman" panose="02020603050405020304" pitchFamily="18" charset="0"/>
                            </a:rPr>
                            <m:t>𝑑𝑦</m:t>
                          </m:r>
                          <m:r>
                            <a:rPr lang="en-US" i="1" dirty="0" smtClean="0">
                              <a:latin typeface="Cambria Math" panose="02040503050406030204" pitchFamily="18" charset="0"/>
                              <a:cs typeface="Times New Roman" panose="02020603050405020304" pitchFamily="18" charset="0"/>
                            </a:rPr>
                            <m:t>​ </m:t>
                          </m:r>
                          <m:r>
                            <m:rPr>
                              <m:nor/>
                            </m:rPr>
                            <a:rPr lang="en-US" i="0" dirty="0" smtClean="0">
                              <a:cs typeface="Times New Roman" panose="02020603050405020304" pitchFamily="18" charset="0"/>
                            </a:rPr>
                            <m:t> </m:t>
                          </m:r>
                        </m:e>
                      </m:nary>
                      <m:r>
                        <a:rPr lang="en-US" i="1" dirty="0" smtClean="0">
                          <a:latin typeface="Cambria Math" panose="02040503050406030204" pitchFamily="18" charset="0"/>
                          <a:cs typeface="Times New Roman" panose="02020603050405020304" pitchFamily="18" charset="0"/>
                        </a:rPr>
                        <m:t> </m:t>
                      </m:r>
                    </m:oMath>
                  </m:oMathPara>
                </a14:m>
                <a:endParaRPr lang="en-US" dirty="0">
                  <a:latin typeface="Times New Roman" panose="02020603050405020304" pitchFamily="18" charset="0"/>
                  <a:cs typeface="Times New Roman" panose="02020603050405020304" pitchFamily="18" charset="0"/>
                </a:endParaRPr>
              </a:p>
              <a:p>
                <a:r>
                  <a:rPr lang="en-US" b="1" dirty="0">
                    <a:highlight>
                      <a:srgbClr val="FFFF00"/>
                    </a:highlight>
                    <a:latin typeface="Times New Roman" panose="02020603050405020304" pitchFamily="18" charset="0"/>
                    <a:cs typeface="Times New Roman" panose="02020603050405020304" pitchFamily="18" charset="0"/>
                  </a:rPr>
                  <a:t>Energy Thickness:</a:t>
                </a:r>
              </a:p>
              <a:p>
                <a:pPr/>
                <a14:m>
                  <m:oMathPara xmlns:m="http://schemas.openxmlformats.org/officeDocument/2006/math">
                    <m:oMath>
                      <m:sSub>
                        <m:sSubPr>
                          <m:ctrlPr>
                            <a:rPr lang="en-US" i="1" dirty="0" smtClean="0">
                              <a:latin typeface="Cambria Math" panose="02040503050406030204" pitchFamily="18" charset="0"/>
                              <a:cs typeface="Times New Roman" panose="02020603050405020304" pitchFamily="18" charset="0"/>
                            </a:rPr>
                          </m:ctrlPr>
                        </m:sSubPr>
                        <m:e>
                          <m:r>
                            <a:rPr lang="en-US" i="1" dirty="0" smtClean="0">
                              <a:latin typeface="Cambria Math" panose="02040503050406030204" pitchFamily="18" charset="0"/>
                              <a:cs typeface="Times New Roman" panose="02020603050405020304" pitchFamily="18" charset="0"/>
                            </a:rPr>
                            <m:t>𝛿</m:t>
                          </m:r>
                        </m:e>
                        <m:sub>
                          <m:r>
                            <a:rPr lang="en-US" b="0" i="1" dirty="0" smtClean="0">
                              <a:latin typeface="Cambria Math" panose="02040503050406030204" pitchFamily="18" charset="0"/>
                              <a:cs typeface="Times New Roman" panose="02020603050405020304" pitchFamily="18" charset="0"/>
                            </a:rPr>
                            <m:t>3</m:t>
                          </m:r>
                        </m:sub>
                      </m:sSub>
                      <m:r>
                        <a:rPr lang="en-US" i="1" dirty="0" smtClean="0">
                          <a:latin typeface="Cambria Math" panose="02040503050406030204" pitchFamily="18" charset="0"/>
                          <a:cs typeface="Times New Roman" panose="02020603050405020304" pitchFamily="18" charset="0"/>
                        </a:rPr>
                        <m:t>​=</m:t>
                      </m:r>
                      <m:nary>
                        <m:naryPr>
                          <m:ctrlPr>
                            <a:rPr lang="en-US" b="0" i="1" dirty="0" smtClean="0">
                              <a:latin typeface="Cambria Math" panose="02040503050406030204" pitchFamily="18" charset="0"/>
                              <a:cs typeface="Times New Roman" panose="02020603050405020304" pitchFamily="18" charset="0"/>
                            </a:rPr>
                          </m:ctrlPr>
                        </m:naryPr>
                        <m:sub>
                          <m:r>
                            <m:rPr>
                              <m:brk m:alnAt="23"/>
                            </m:rPr>
                            <a:rPr lang="en-US" b="0" i="1" dirty="0" smtClean="0">
                              <a:latin typeface="Cambria Math" panose="02040503050406030204" pitchFamily="18" charset="0"/>
                              <a:cs typeface="Times New Roman" panose="02020603050405020304" pitchFamily="18" charset="0"/>
                            </a:rPr>
                            <m:t>0</m:t>
                          </m:r>
                        </m:sub>
                        <m:sup>
                          <m:r>
                            <a:rPr lang="en-US" i="1" dirty="0" smtClean="0">
                              <a:latin typeface="Cambria Math" panose="02040503050406030204" pitchFamily="18" charset="0"/>
                              <a:cs typeface="Times New Roman" panose="02020603050405020304" pitchFamily="18" charset="0"/>
                            </a:rPr>
                            <m:t>𝛿</m:t>
                          </m:r>
                        </m:sup>
                        <m:e>
                          <m:f>
                            <m:fPr>
                              <m:ctrlPr>
                                <a:rPr lang="en-US" i="1" dirty="0" smtClean="0">
                                  <a:latin typeface="Cambria Math" panose="02040503050406030204" pitchFamily="18" charset="0"/>
                                  <a:cs typeface="Times New Roman" panose="02020603050405020304" pitchFamily="18" charset="0"/>
                                </a:rPr>
                              </m:ctrlPr>
                            </m:fPr>
                            <m:num>
                              <m:r>
                                <a:rPr lang="en-US" i="1" dirty="0" smtClean="0">
                                  <a:latin typeface="Cambria Math" panose="02040503050406030204" pitchFamily="18" charset="0"/>
                                  <a:cs typeface="Times New Roman" panose="02020603050405020304" pitchFamily="18" charset="0"/>
                                </a:rPr>
                                <m:t>𝑢</m:t>
                              </m:r>
                            </m:num>
                            <m:den>
                              <m:sSub>
                                <m:sSubPr>
                                  <m:ctrlPr>
                                    <a:rPr lang="en-US" i="1" dirty="0" smtClean="0">
                                      <a:latin typeface="Cambria Math" panose="02040503050406030204" pitchFamily="18" charset="0"/>
                                      <a:cs typeface="Times New Roman" panose="02020603050405020304" pitchFamily="18" charset="0"/>
                                    </a:rPr>
                                  </m:ctrlPr>
                                </m:sSubPr>
                                <m:e>
                                  <m:r>
                                    <a:rPr lang="en-US" i="1" dirty="0" smtClean="0">
                                      <a:latin typeface="Cambria Math" panose="02040503050406030204" pitchFamily="18" charset="0"/>
                                      <a:cs typeface="Times New Roman" panose="02020603050405020304" pitchFamily="18" charset="0"/>
                                    </a:rPr>
                                    <m:t>𝑢</m:t>
                                  </m:r>
                                </m:e>
                                <m:sub>
                                  <m:r>
                                    <a:rPr lang="en-US" i="1" dirty="0" smtClean="0">
                                      <a:latin typeface="Cambria Math" panose="02040503050406030204" pitchFamily="18" charset="0"/>
                                      <a:cs typeface="Times New Roman" panose="02020603050405020304" pitchFamily="18" charset="0"/>
                                    </a:rPr>
                                    <m:t>∞</m:t>
                                  </m:r>
                                </m:sub>
                              </m:sSub>
                            </m:den>
                          </m:f>
                          <m:r>
                            <a:rPr lang="en-US" i="1" dirty="0" smtClean="0">
                              <a:latin typeface="Cambria Math" panose="02040503050406030204" pitchFamily="18" charset="0"/>
                              <a:cs typeface="Times New Roman" panose="02020603050405020304" pitchFamily="18" charset="0"/>
                            </a:rPr>
                            <m:t>(1−</m:t>
                          </m:r>
                          <m:f>
                            <m:fPr>
                              <m:ctrlPr>
                                <a:rPr lang="en-US" i="1" dirty="0" smtClean="0">
                                  <a:latin typeface="Cambria Math" panose="02040503050406030204" pitchFamily="18" charset="0"/>
                                  <a:cs typeface="Times New Roman" panose="02020603050405020304" pitchFamily="18" charset="0"/>
                                </a:rPr>
                              </m:ctrlPr>
                            </m:fPr>
                            <m:num>
                              <m:sSup>
                                <m:sSupPr>
                                  <m:ctrlPr>
                                    <a:rPr lang="en-US" i="1" dirty="0" smtClean="0">
                                      <a:latin typeface="Cambria Math" panose="02040503050406030204" pitchFamily="18" charset="0"/>
                                      <a:cs typeface="Times New Roman" panose="02020603050405020304" pitchFamily="18" charset="0"/>
                                    </a:rPr>
                                  </m:ctrlPr>
                                </m:sSupPr>
                                <m:e>
                                  <m:r>
                                    <a:rPr lang="en-US" i="1" dirty="0" smtClean="0">
                                      <a:latin typeface="Cambria Math" panose="02040503050406030204" pitchFamily="18" charset="0"/>
                                      <a:cs typeface="Times New Roman" panose="02020603050405020304" pitchFamily="18" charset="0"/>
                                    </a:rPr>
                                    <m:t>𝑢</m:t>
                                  </m:r>
                                </m:e>
                                <m:sup>
                                  <m:r>
                                    <a:rPr lang="en-US" b="0" i="1" dirty="0" smtClean="0">
                                      <a:latin typeface="Cambria Math" panose="02040503050406030204" pitchFamily="18" charset="0"/>
                                      <a:cs typeface="Times New Roman" panose="02020603050405020304" pitchFamily="18" charset="0"/>
                                    </a:rPr>
                                    <m:t>2</m:t>
                                  </m:r>
                                </m:sup>
                              </m:sSup>
                            </m:num>
                            <m:den>
                              <m:sSubSup>
                                <m:sSubSupPr>
                                  <m:ctrlPr>
                                    <a:rPr lang="en-US" i="1" dirty="0" smtClean="0">
                                      <a:latin typeface="Cambria Math" panose="02040503050406030204" pitchFamily="18" charset="0"/>
                                      <a:cs typeface="Times New Roman" panose="02020603050405020304" pitchFamily="18" charset="0"/>
                                    </a:rPr>
                                  </m:ctrlPr>
                                </m:sSubSupPr>
                                <m:e>
                                  <m:r>
                                    <a:rPr lang="en-US" i="1" dirty="0" smtClean="0">
                                      <a:latin typeface="Cambria Math" panose="02040503050406030204" pitchFamily="18" charset="0"/>
                                      <a:cs typeface="Times New Roman" panose="02020603050405020304" pitchFamily="18" charset="0"/>
                                    </a:rPr>
                                    <m:t>𝑢</m:t>
                                  </m:r>
                                </m:e>
                                <m:sub>
                                  <m:r>
                                    <a:rPr lang="en-US" i="1" dirty="0" smtClean="0">
                                      <a:latin typeface="Cambria Math" panose="02040503050406030204" pitchFamily="18" charset="0"/>
                                      <a:cs typeface="Times New Roman" panose="02020603050405020304" pitchFamily="18" charset="0"/>
                                    </a:rPr>
                                    <m:t>∞</m:t>
                                  </m:r>
                                </m:sub>
                                <m:sup>
                                  <m:r>
                                    <a:rPr lang="en-US" b="0" i="1" dirty="0" smtClean="0">
                                      <a:latin typeface="Cambria Math" panose="02040503050406030204" pitchFamily="18" charset="0"/>
                                      <a:cs typeface="Times New Roman" panose="02020603050405020304" pitchFamily="18" charset="0"/>
                                    </a:rPr>
                                    <m:t>2</m:t>
                                  </m:r>
                                </m:sup>
                              </m:sSubSup>
                            </m:den>
                          </m:f>
                          <m:r>
                            <a:rPr lang="en-US" i="1" dirty="0" smtClean="0">
                              <a:latin typeface="Cambria Math" panose="02040503050406030204" pitchFamily="18" charset="0"/>
                              <a:cs typeface="Times New Roman" panose="02020603050405020304" pitchFamily="18" charset="0"/>
                            </a:rPr>
                            <m:t>​​)</m:t>
                          </m:r>
                          <m:r>
                            <a:rPr lang="en-US" i="1" dirty="0" err="1" smtClean="0">
                              <a:latin typeface="Cambria Math" panose="02040503050406030204" pitchFamily="18" charset="0"/>
                              <a:cs typeface="Times New Roman" panose="02020603050405020304" pitchFamily="18" charset="0"/>
                            </a:rPr>
                            <m:t>𝑑𝑦</m:t>
                          </m:r>
                          <m:r>
                            <a:rPr lang="en-US" i="1" dirty="0" smtClean="0">
                              <a:latin typeface="Cambria Math" panose="02040503050406030204" pitchFamily="18" charset="0"/>
                              <a:cs typeface="Times New Roman" panose="02020603050405020304" pitchFamily="18" charset="0"/>
                            </a:rPr>
                            <m:t>​ </m:t>
                          </m:r>
                          <m:r>
                            <a:rPr lang="en-US" i="0" dirty="0" smtClean="0">
                              <a:latin typeface="Cambria Math" panose="02040503050406030204" pitchFamily="18" charset="0"/>
                              <a:cs typeface="Times New Roman" panose="02020603050405020304" pitchFamily="18" charset="0"/>
                            </a:rPr>
                            <m:t> </m:t>
                          </m:r>
                        </m:e>
                      </m:nary>
                      <m:r>
                        <a:rPr lang="en-US" i="1" dirty="0" smtClean="0">
                          <a:latin typeface="Cambria Math" panose="02040503050406030204" pitchFamily="18" charset="0"/>
                          <a:cs typeface="Times New Roman" panose="02020603050405020304" pitchFamily="18" charset="0"/>
                        </a:rPr>
                        <m:t> ​ </m:t>
                      </m:r>
                    </m:oMath>
                  </m:oMathPara>
                </a14:m>
                <a:endParaRPr lang="en-US" dirty="0">
                  <a:latin typeface="Times New Roman" panose="02020603050405020304" pitchFamily="18" charset="0"/>
                  <a:cs typeface="Times New Roman" panose="02020603050405020304" pitchFamily="18" charset="0"/>
                </a:endParaRPr>
              </a:p>
              <a:p>
                <a:r>
                  <a:rPr lang="en-US" b="1" dirty="0">
                    <a:highlight>
                      <a:srgbClr val="808080"/>
                    </a:highlight>
                    <a:latin typeface="Times New Roman" panose="02020603050405020304" pitchFamily="18" charset="0"/>
                    <a:cs typeface="Times New Roman" panose="02020603050405020304" pitchFamily="18" charset="0"/>
                  </a:rPr>
                  <a:t>Example:</a:t>
                </a:r>
              </a:p>
              <a:p>
                <a:r>
                  <a:rPr lang="en-US" dirty="0">
                    <a:latin typeface="Times New Roman" panose="02020603050405020304" pitchFamily="18" charset="0"/>
                    <a:cs typeface="Times New Roman" panose="02020603050405020304" pitchFamily="18" charset="0"/>
                  </a:rPr>
                  <a:t>Given velocity distribution,</a:t>
                </a:r>
              </a:p>
              <a:p>
                <a14:m>
                  <m:oMathPara xmlns:m="http://schemas.openxmlformats.org/officeDocument/2006/math">
                    <m:oMath>
                      <m:f>
                        <m:fPr>
                          <m:ctrlPr>
                            <a:rPr lang="en-US" i="1" dirty="0" smtClean="0">
                              <a:latin typeface="Cambria Math" panose="02040503050406030204" pitchFamily="18" charset="0"/>
                              <a:cs typeface="Times New Roman" panose="02020603050405020304" pitchFamily="18" charset="0"/>
                            </a:rPr>
                          </m:ctrlPr>
                        </m:fPr>
                        <m:num>
                          <m:r>
                            <a:rPr lang="en-US" i="1" dirty="0" smtClean="0">
                              <a:latin typeface="Cambria Math" panose="02040503050406030204" pitchFamily="18" charset="0"/>
                              <a:cs typeface="Times New Roman" panose="02020603050405020304" pitchFamily="18" charset="0"/>
                            </a:rPr>
                            <m:t>𝑢</m:t>
                          </m:r>
                        </m:num>
                        <m:den>
                          <m:sSub>
                            <m:sSubPr>
                              <m:ctrlPr>
                                <a:rPr lang="en-US" i="1" dirty="0" smtClean="0">
                                  <a:latin typeface="Cambria Math" panose="02040503050406030204" pitchFamily="18" charset="0"/>
                                  <a:cs typeface="Times New Roman" panose="02020603050405020304" pitchFamily="18" charset="0"/>
                                </a:rPr>
                              </m:ctrlPr>
                            </m:sSubPr>
                            <m:e>
                              <m:r>
                                <a:rPr lang="en-US" i="1" dirty="0" smtClean="0">
                                  <a:latin typeface="Cambria Math" panose="02040503050406030204" pitchFamily="18" charset="0"/>
                                  <a:cs typeface="Times New Roman" panose="02020603050405020304" pitchFamily="18" charset="0"/>
                                </a:rPr>
                                <m:t>𝑢</m:t>
                              </m:r>
                            </m:e>
                            <m:sub>
                              <m:r>
                                <a:rPr lang="en-US" i="1" dirty="0" smtClean="0">
                                  <a:latin typeface="Cambria Math" panose="02040503050406030204" pitchFamily="18" charset="0"/>
                                  <a:cs typeface="Times New Roman" panose="02020603050405020304" pitchFamily="18" charset="0"/>
                                </a:rPr>
                                <m:t>∞</m:t>
                              </m:r>
                            </m:sub>
                          </m:sSub>
                        </m:den>
                      </m:f>
                      <m:r>
                        <a:rPr lang="en-US" i="1" dirty="0" smtClean="0">
                          <a:latin typeface="Cambria Math" panose="02040503050406030204" pitchFamily="18" charset="0"/>
                          <a:cs typeface="Times New Roman" panose="02020603050405020304" pitchFamily="18" charset="0"/>
                        </a:rPr>
                        <m:t>​​=2(</m:t>
                      </m:r>
                      <m:f>
                        <m:fPr>
                          <m:ctrlPr>
                            <a:rPr lang="en-US" i="1" dirty="0" smtClean="0">
                              <a:latin typeface="Cambria Math" panose="02040503050406030204" pitchFamily="18" charset="0"/>
                              <a:cs typeface="Times New Roman" panose="02020603050405020304" pitchFamily="18" charset="0"/>
                            </a:rPr>
                          </m:ctrlPr>
                        </m:fPr>
                        <m:num>
                          <m:r>
                            <a:rPr lang="en-US" i="1" dirty="0" smtClean="0">
                              <a:latin typeface="Cambria Math" panose="02040503050406030204" pitchFamily="18" charset="0"/>
                              <a:cs typeface="Times New Roman" panose="02020603050405020304" pitchFamily="18" charset="0"/>
                            </a:rPr>
                            <m:t>𝑦</m:t>
                          </m:r>
                        </m:num>
                        <m:den>
                          <m:r>
                            <a:rPr lang="en-US" i="1" dirty="0" smtClean="0">
                              <a:latin typeface="Cambria Math" panose="02040503050406030204" pitchFamily="18" charset="0"/>
                              <a:cs typeface="Times New Roman" panose="02020603050405020304" pitchFamily="18" charset="0"/>
                            </a:rPr>
                            <m:t>𝛿</m:t>
                          </m:r>
                        </m:den>
                      </m:f>
                      <m:r>
                        <a:rPr lang="en-US" i="1" dirty="0" smtClean="0">
                          <a:latin typeface="Cambria Math" panose="02040503050406030204" pitchFamily="18" charset="0"/>
                          <a:cs typeface="Times New Roman" panose="02020603050405020304" pitchFamily="18" charset="0"/>
                        </a:rPr>
                        <m:t>​)−</m:t>
                      </m:r>
                      <m:sSup>
                        <m:sSupPr>
                          <m:ctrlPr>
                            <a:rPr lang="en-US" i="1" dirty="0" smtClean="0">
                              <a:latin typeface="Cambria Math" panose="02040503050406030204" pitchFamily="18" charset="0"/>
                              <a:cs typeface="Times New Roman" panose="02020603050405020304" pitchFamily="18" charset="0"/>
                            </a:rPr>
                          </m:ctrlPr>
                        </m:sSupPr>
                        <m:e>
                          <m:d>
                            <m:dPr>
                              <m:ctrlPr>
                                <a:rPr lang="en-US" i="1" dirty="0" smtClean="0">
                                  <a:latin typeface="Cambria Math" panose="02040503050406030204" pitchFamily="18" charset="0"/>
                                  <a:cs typeface="Times New Roman" panose="02020603050405020304" pitchFamily="18" charset="0"/>
                                </a:rPr>
                              </m:ctrlPr>
                            </m:dPr>
                            <m:e>
                              <m:f>
                                <m:fPr>
                                  <m:ctrlPr>
                                    <a:rPr lang="en-US" i="1" dirty="0" smtClean="0">
                                      <a:latin typeface="Cambria Math" panose="02040503050406030204" pitchFamily="18" charset="0"/>
                                      <a:cs typeface="Times New Roman" panose="02020603050405020304" pitchFamily="18" charset="0"/>
                                    </a:rPr>
                                  </m:ctrlPr>
                                </m:fPr>
                                <m:num>
                                  <m:r>
                                    <a:rPr lang="en-US" i="1" dirty="0" smtClean="0">
                                      <a:latin typeface="Cambria Math" panose="02040503050406030204" pitchFamily="18" charset="0"/>
                                      <a:cs typeface="Times New Roman" panose="02020603050405020304" pitchFamily="18" charset="0"/>
                                    </a:rPr>
                                    <m:t>𝑦</m:t>
                                  </m:r>
                                </m:num>
                                <m:den>
                                  <m:r>
                                    <a:rPr lang="en-US" i="1" dirty="0" smtClean="0">
                                      <a:latin typeface="Cambria Math" panose="02040503050406030204" pitchFamily="18" charset="0"/>
                                      <a:cs typeface="Times New Roman" panose="02020603050405020304" pitchFamily="18" charset="0"/>
                                    </a:rPr>
                                    <m:t>𝛿</m:t>
                                  </m:r>
                                </m:den>
                              </m:f>
                              <m:r>
                                <a:rPr lang="en-US" i="1" dirty="0" smtClean="0">
                                  <a:latin typeface="Cambria Math" panose="02040503050406030204" pitchFamily="18" charset="0"/>
                                  <a:cs typeface="Times New Roman" panose="02020603050405020304" pitchFamily="18" charset="0"/>
                                </a:rPr>
                                <m:t>​​</m:t>
                              </m:r>
                            </m:e>
                          </m:d>
                        </m:e>
                        <m:sup>
                          <m:r>
                            <a:rPr lang="en-US" i="1" dirty="0" smtClean="0">
                              <a:latin typeface="Cambria Math" panose="02040503050406030204" pitchFamily="18" charset="0"/>
                              <a:cs typeface="Times New Roman" panose="02020603050405020304" pitchFamily="18" charset="0"/>
                            </a:rPr>
                            <m:t>2</m:t>
                          </m:r>
                        </m:sup>
                      </m:sSup>
                      <m:r>
                        <a:rPr lang="en-US" i="1" dirty="0" smtClean="0">
                          <a:latin typeface="Cambria Math" panose="02040503050406030204" pitchFamily="18" charset="0"/>
                          <a:cs typeface="Times New Roman" panose="02020603050405020304" pitchFamily="18" charset="0"/>
                        </a:rPr>
                        <m:t>​ </m:t>
                      </m:r>
                    </m:oMath>
                  </m:oMathPara>
                </a14:m>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For this distribution,</a:t>
                </a:r>
              </a:p>
              <a:p>
                <a14:m>
                  <m:oMathPara xmlns:m="http://schemas.openxmlformats.org/officeDocument/2006/math">
                    <m:oMath>
                      <m:sSub>
                        <m:sSubPr>
                          <m:ctrlPr>
                            <a:rPr lang="en-US" i="1" dirty="0" smtClean="0">
                              <a:latin typeface="Cambria Math" panose="02040503050406030204" pitchFamily="18" charset="0"/>
                              <a:cs typeface="Times New Roman" panose="02020603050405020304" pitchFamily="18" charset="0"/>
                            </a:rPr>
                          </m:ctrlPr>
                        </m:sSubPr>
                        <m:e>
                          <m:r>
                            <a:rPr lang="en-US" i="1" dirty="0" smtClean="0">
                              <a:latin typeface="Cambria Math" panose="02040503050406030204" pitchFamily="18" charset="0"/>
                              <a:cs typeface="Times New Roman" panose="02020603050405020304" pitchFamily="18" charset="0"/>
                            </a:rPr>
                            <m:t>𝛿</m:t>
                          </m:r>
                        </m:e>
                        <m:sub>
                          <m:r>
                            <a:rPr lang="en-US" i="1" dirty="0" smtClean="0">
                              <a:latin typeface="Cambria Math" panose="02040503050406030204" pitchFamily="18" charset="0"/>
                              <a:cs typeface="Times New Roman" panose="02020603050405020304" pitchFamily="18" charset="0"/>
                            </a:rPr>
                            <m:t>1</m:t>
                          </m:r>
                        </m:sub>
                      </m:sSub>
                      <m:r>
                        <a:rPr lang="en-US" i="1" dirty="0" smtClean="0">
                          <a:latin typeface="Cambria Math" panose="02040503050406030204" pitchFamily="18" charset="0"/>
                          <a:cs typeface="Times New Roman" panose="02020603050405020304" pitchFamily="18" charset="0"/>
                        </a:rPr>
                        <m:t>​=</m:t>
                      </m:r>
                      <m:f>
                        <m:fPr>
                          <m:ctrlPr>
                            <a:rPr lang="en-US" i="1" dirty="0" smtClean="0">
                              <a:latin typeface="Cambria Math" panose="02040503050406030204" pitchFamily="18" charset="0"/>
                              <a:cs typeface="Times New Roman" panose="02020603050405020304" pitchFamily="18" charset="0"/>
                            </a:rPr>
                          </m:ctrlPr>
                        </m:fPr>
                        <m:num>
                          <m:r>
                            <a:rPr lang="en-US" i="1" dirty="0" smtClean="0">
                              <a:latin typeface="Cambria Math" panose="02040503050406030204" pitchFamily="18" charset="0"/>
                              <a:cs typeface="Times New Roman" panose="02020603050405020304" pitchFamily="18" charset="0"/>
                            </a:rPr>
                            <m:t>𝛿</m:t>
                          </m:r>
                        </m:num>
                        <m:den>
                          <m:r>
                            <a:rPr lang="en-US" i="1" dirty="0" smtClean="0">
                              <a:latin typeface="Cambria Math" panose="02040503050406030204" pitchFamily="18" charset="0"/>
                              <a:cs typeface="Times New Roman" panose="02020603050405020304" pitchFamily="18" charset="0"/>
                            </a:rPr>
                            <m:t>3</m:t>
                          </m:r>
                        </m:den>
                      </m:f>
                      <m:r>
                        <a:rPr lang="en-US" i="1" dirty="0" smtClean="0">
                          <a:latin typeface="Cambria Math" panose="02040503050406030204" pitchFamily="18" charset="0"/>
                          <a:cs typeface="Times New Roman" panose="02020603050405020304" pitchFamily="18" charset="0"/>
                        </a:rPr>
                        <m:t>​</m:t>
                      </m:r>
                      <m:r>
                        <a:rPr lang="en-US" b="0" i="1" dirty="0" smtClean="0">
                          <a:latin typeface="Cambria Math" panose="02040503050406030204" pitchFamily="18" charset="0"/>
                          <a:cs typeface="Times New Roman" panose="02020603050405020304" pitchFamily="18" charset="0"/>
                        </a:rPr>
                        <m:t>,;       </m:t>
                      </m:r>
                      <m:sSub>
                        <m:sSubPr>
                          <m:ctrlPr>
                            <a:rPr lang="en-US" i="1" dirty="0" smtClean="0">
                              <a:latin typeface="Cambria Math" panose="02040503050406030204" pitchFamily="18" charset="0"/>
                              <a:cs typeface="Times New Roman" panose="02020603050405020304" pitchFamily="18" charset="0"/>
                            </a:rPr>
                          </m:ctrlPr>
                        </m:sSubPr>
                        <m:e>
                          <m:r>
                            <a:rPr lang="en-US" i="1" dirty="0" smtClean="0">
                              <a:latin typeface="Cambria Math" panose="02040503050406030204" pitchFamily="18" charset="0"/>
                              <a:cs typeface="Times New Roman" panose="02020603050405020304" pitchFamily="18" charset="0"/>
                            </a:rPr>
                            <m:t>𝛿</m:t>
                          </m:r>
                        </m:e>
                        <m:sub>
                          <m:r>
                            <a:rPr lang="en-US" i="1" dirty="0" smtClean="0">
                              <a:latin typeface="Cambria Math" panose="02040503050406030204" pitchFamily="18" charset="0"/>
                              <a:cs typeface="Times New Roman" panose="02020603050405020304" pitchFamily="18" charset="0"/>
                            </a:rPr>
                            <m:t>2</m:t>
                          </m:r>
                        </m:sub>
                      </m:sSub>
                      <m:r>
                        <a:rPr lang="en-US" i="1" dirty="0" smtClean="0">
                          <a:latin typeface="Cambria Math" panose="02040503050406030204" pitchFamily="18" charset="0"/>
                          <a:cs typeface="Times New Roman" panose="02020603050405020304" pitchFamily="18" charset="0"/>
                        </a:rPr>
                        <m:t>​=</m:t>
                      </m:r>
                      <m:f>
                        <m:fPr>
                          <m:ctrlPr>
                            <a:rPr lang="en-US" i="1" dirty="0" smtClean="0">
                              <a:latin typeface="Cambria Math" panose="02040503050406030204" pitchFamily="18" charset="0"/>
                              <a:cs typeface="Times New Roman" panose="02020603050405020304" pitchFamily="18" charset="0"/>
                            </a:rPr>
                          </m:ctrlPr>
                        </m:fPr>
                        <m:num>
                          <m:r>
                            <a:rPr lang="en-US" i="1" dirty="0" smtClean="0">
                              <a:latin typeface="Cambria Math" panose="02040503050406030204" pitchFamily="18" charset="0"/>
                              <a:cs typeface="Times New Roman" panose="02020603050405020304" pitchFamily="18" charset="0"/>
                            </a:rPr>
                            <m:t>2</m:t>
                          </m:r>
                          <m:r>
                            <a:rPr lang="en-US" i="1" dirty="0" smtClean="0">
                              <a:latin typeface="Cambria Math" panose="02040503050406030204" pitchFamily="18" charset="0"/>
                              <a:cs typeface="Times New Roman" panose="02020603050405020304" pitchFamily="18" charset="0"/>
                            </a:rPr>
                            <m:t>𝛿</m:t>
                          </m:r>
                        </m:num>
                        <m:den>
                          <m:r>
                            <a:rPr lang="en-US" i="1" dirty="0" smtClean="0">
                              <a:latin typeface="Cambria Math" panose="02040503050406030204" pitchFamily="18" charset="0"/>
                              <a:cs typeface="Times New Roman" panose="02020603050405020304" pitchFamily="18" charset="0"/>
                            </a:rPr>
                            <m:t>15</m:t>
                          </m:r>
                        </m:den>
                      </m:f>
                      <m:r>
                        <a:rPr lang="en-US" i="1" dirty="0" smtClean="0">
                          <a:latin typeface="Cambria Math" panose="02040503050406030204" pitchFamily="18" charset="0"/>
                          <a:cs typeface="Times New Roman" panose="02020603050405020304" pitchFamily="18" charset="0"/>
                        </a:rPr>
                        <m:t>​​</m:t>
                      </m:r>
                      <m:r>
                        <a:rPr lang="en-US" b="0" i="1" dirty="0" smtClean="0">
                          <a:latin typeface="Cambria Math" panose="02040503050406030204" pitchFamily="18" charset="0"/>
                          <a:cs typeface="Times New Roman" panose="02020603050405020304" pitchFamily="18" charset="0"/>
                        </a:rPr>
                        <m:t>,;</m:t>
                      </m:r>
                      <m:r>
                        <a:rPr lang="en-US" i="1" dirty="0" smtClean="0">
                          <a:latin typeface="Cambria Math" panose="02040503050406030204" pitchFamily="18" charset="0"/>
                          <a:cs typeface="Times New Roman" panose="02020603050405020304" pitchFamily="18" charset="0"/>
                        </a:rPr>
                        <m:t> </m:t>
                      </m:r>
                      <m:r>
                        <a:rPr lang="en-US" b="0" i="1" dirty="0" smtClean="0">
                          <a:latin typeface="Cambria Math" panose="02040503050406030204" pitchFamily="18" charset="0"/>
                          <a:cs typeface="Times New Roman" panose="02020603050405020304" pitchFamily="18" charset="0"/>
                        </a:rPr>
                        <m:t>    </m:t>
                      </m:r>
                      <m:sSub>
                        <m:sSubPr>
                          <m:ctrlPr>
                            <a:rPr lang="en-US" i="1" dirty="0" smtClean="0">
                              <a:latin typeface="Cambria Math" panose="02040503050406030204" pitchFamily="18" charset="0"/>
                              <a:cs typeface="Times New Roman" panose="02020603050405020304" pitchFamily="18" charset="0"/>
                            </a:rPr>
                          </m:ctrlPr>
                        </m:sSubPr>
                        <m:e>
                          <m:r>
                            <a:rPr lang="en-US" i="1" dirty="0" smtClean="0">
                              <a:latin typeface="Cambria Math" panose="02040503050406030204" pitchFamily="18" charset="0"/>
                              <a:cs typeface="Times New Roman" panose="02020603050405020304" pitchFamily="18" charset="0"/>
                            </a:rPr>
                            <m:t>𝛿</m:t>
                          </m:r>
                        </m:e>
                        <m:sub>
                          <m:r>
                            <a:rPr lang="en-US" i="1" dirty="0" smtClean="0">
                              <a:latin typeface="Cambria Math" panose="02040503050406030204" pitchFamily="18" charset="0"/>
                              <a:cs typeface="Times New Roman" panose="02020603050405020304" pitchFamily="18" charset="0"/>
                            </a:rPr>
                            <m:t>3</m:t>
                          </m:r>
                        </m:sub>
                      </m:sSub>
                      <m:r>
                        <a:rPr lang="en-US" i="1" dirty="0" smtClean="0">
                          <a:latin typeface="Cambria Math" panose="02040503050406030204" pitchFamily="18" charset="0"/>
                          <a:cs typeface="Times New Roman" panose="02020603050405020304" pitchFamily="18" charset="0"/>
                        </a:rPr>
                        <m:t>​=</m:t>
                      </m:r>
                      <m:f>
                        <m:fPr>
                          <m:ctrlPr>
                            <a:rPr lang="en-US" i="1" dirty="0" smtClean="0">
                              <a:latin typeface="Cambria Math" panose="02040503050406030204" pitchFamily="18" charset="0"/>
                              <a:cs typeface="Times New Roman" panose="02020603050405020304" pitchFamily="18" charset="0"/>
                            </a:rPr>
                          </m:ctrlPr>
                        </m:fPr>
                        <m:num>
                          <m:r>
                            <a:rPr lang="en-US" i="1" dirty="0" smtClean="0">
                              <a:latin typeface="Cambria Math" panose="02040503050406030204" pitchFamily="18" charset="0"/>
                              <a:cs typeface="Times New Roman" panose="02020603050405020304" pitchFamily="18" charset="0"/>
                            </a:rPr>
                            <m:t>4</m:t>
                          </m:r>
                          <m:r>
                            <a:rPr lang="en-US" i="1" dirty="0" smtClean="0">
                              <a:latin typeface="Cambria Math" panose="02040503050406030204" pitchFamily="18" charset="0"/>
                              <a:cs typeface="Times New Roman" panose="02020603050405020304" pitchFamily="18" charset="0"/>
                            </a:rPr>
                            <m:t>𝛿</m:t>
                          </m:r>
                          <m:r>
                            <a:rPr lang="en-US" i="1" dirty="0" smtClean="0">
                              <a:latin typeface="Cambria Math" panose="02040503050406030204" pitchFamily="18" charset="0"/>
                              <a:cs typeface="Times New Roman" panose="02020603050405020304" pitchFamily="18" charset="0"/>
                            </a:rPr>
                            <m:t>​​</m:t>
                          </m:r>
                        </m:num>
                        <m:den>
                          <m:r>
                            <a:rPr lang="en-US" i="1" dirty="0" smtClean="0">
                              <a:latin typeface="Cambria Math" panose="02040503050406030204" pitchFamily="18" charset="0"/>
                              <a:cs typeface="Times New Roman" panose="02020603050405020304" pitchFamily="18" charset="0"/>
                            </a:rPr>
                            <m:t>35</m:t>
                          </m:r>
                        </m:den>
                      </m:f>
                    </m:oMath>
                  </m:oMathPara>
                </a14:m>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Velocity Profile</a:t>
                </a:r>
              </a:p>
              <a:p>
                <a:pPr/>
                <a14:m>
                  <m:oMathPara xmlns:m="http://schemas.openxmlformats.org/officeDocument/2006/math">
                    <m:oMath>
                      <m:f>
                        <m:fPr>
                          <m:ctrlPr>
                            <a:rPr lang="en-US" i="1" dirty="0" smtClean="0">
                              <a:latin typeface="Cambria Math" panose="02040503050406030204" pitchFamily="18" charset="0"/>
                              <a:cs typeface="Times New Roman" panose="02020603050405020304" pitchFamily="18" charset="0"/>
                            </a:rPr>
                          </m:ctrlPr>
                        </m:fPr>
                        <m:num>
                          <m:r>
                            <a:rPr lang="en-US" i="1" dirty="0" smtClean="0">
                              <a:latin typeface="Cambria Math" panose="02040503050406030204" pitchFamily="18" charset="0"/>
                              <a:cs typeface="Times New Roman" panose="02020603050405020304" pitchFamily="18" charset="0"/>
                            </a:rPr>
                            <m:t>𝑢</m:t>
                          </m:r>
                        </m:num>
                        <m:den>
                          <m:sSub>
                            <m:sSubPr>
                              <m:ctrlPr>
                                <a:rPr lang="en-US" i="1" dirty="0" smtClean="0">
                                  <a:latin typeface="Cambria Math" panose="02040503050406030204" pitchFamily="18" charset="0"/>
                                  <a:cs typeface="Times New Roman" panose="02020603050405020304" pitchFamily="18" charset="0"/>
                                </a:rPr>
                              </m:ctrlPr>
                            </m:sSubPr>
                            <m:e>
                              <m:r>
                                <a:rPr lang="en-US" i="1" dirty="0" smtClean="0">
                                  <a:latin typeface="Cambria Math" panose="02040503050406030204" pitchFamily="18" charset="0"/>
                                  <a:cs typeface="Times New Roman" panose="02020603050405020304" pitchFamily="18" charset="0"/>
                                </a:rPr>
                                <m:t>𝑢</m:t>
                              </m:r>
                            </m:e>
                            <m:sub>
                              <m:r>
                                <a:rPr lang="en-US" i="1" dirty="0" smtClean="0">
                                  <a:latin typeface="Cambria Math" panose="02040503050406030204" pitchFamily="18" charset="0"/>
                                  <a:cs typeface="Times New Roman" panose="02020603050405020304" pitchFamily="18" charset="0"/>
                                </a:rPr>
                                <m:t>∞</m:t>
                              </m:r>
                            </m:sub>
                          </m:sSub>
                        </m:den>
                      </m:f>
                      <m:r>
                        <a:rPr lang="en-US" i="1" dirty="0" smtClean="0">
                          <a:latin typeface="Cambria Math" panose="02040503050406030204" pitchFamily="18" charset="0"/>
                          <a:cs typeface="Times New Roman" panose="02020603050405020304" pitchFamily="18" charset="0"/>
                        </a:rPr>
                        <m:t>=2</m:t>
                      </m:r>
                      <m:r>
                        <a:rPr lang="en-US" i="1" dirty="0" smtClean="0">
                          <a:latin typeface="Cambria Math" panose="02040503050406030204" pitchFamily="18" charset="0"/>
                          <a:cs typeface="Times New Roman" panose="02020603050405020304" pitchFamily="18" charset="0"/>
                        </a:rPr>
                        <m:t>𝜂</m:t>
                      </m:r>
                      <m:r>
                        <a:rPr lang="en-US" i="1" dirty="0" smtClean="0">
                          <a:latin typeface="Cambria Math" panose="02040503050406030204" pitchFamily="18" charset="0"/>
                          <a:cs typeface="Times New Roman" panose="02020603050405020304" pitchFamily="18" charset="0"/>
                        </a:rPr>
                        <m:t>−</m:t>
                      </m:r>
                      <m:sSup>
                        <m:sSupPr>
                          <m:ctrlPr>
                            <a:rPr lang="en-US" i="1" dirty="0" smtClean="0">
                              <a:latin typeface="Cambria Math" panose="02040503050406030204" pitchFamily="18" charset="0"/>
                              <a:cs typeface="Times New Roman" panose="02020603050405020304" pitchFamily="18" charset="0"/>
                            </a:rPr>
                          </m:ctrlPr>
                        </m:sSupPr>
                        <m:e>
                          <m:r>
                            <a:rPr lang="en-US" i="1" dirty="0" smtClean="0">
                              <a:latin typeface="Cambria Math" panose="02040503050406030204" pitchFamily="18" charset="0"/>
                              <a:cs typeface="Times New Roman" panose="02020603050405020304" pitchFamily="18" charset="0"/>
                            </a:rPr>
                            <m:t>𝜂</m:t>
                          </m:r>
                        </m:e>
                        <m:sup>
                          <m:r>
                            <a:rPr lang="en-US" i="1" dirty="0" smtClean="0">
                              <a:latin typeface="Cambria Math" panose="02040503050406030204" pitchFamily="18" charset="0"/>
                              <a:cs typeface="Times New Roman" panose="02020603050405020304" pitchFamily="18" charset="0"/>
                            </a:rPr>
                            <m:t>2</m:t>
                          </m:r>
                        </m:sup>
                      </m:sSup>
                      <m:r>
                        <a:rPr lang="en-US" i="1" dirty="0" smtClean="0">
                          <a:latin typeface="Cambria Math" panose="02040503050406030204" pitchFamily="18" charset="0"/>
                          <a:cs typeface="Times New Roman" panose="02020603050405020304" pitchFamily="18" charset="0"/>
                        </a:rPr>
                        <m:t>,</m:t>
                      </m:r>
                      <m:r>
                        <a:rPr lang="en-US" b="0" i="1" dirty="0" smtClean="0">
                          <a:latin typeface="Cambria Math" panose="02040503050406030204" pitchFamily="18" charset="0"/>
                          <a:cs typeface="Times New Roman" panose="02020603050405020304" pitchFamily="18" charset="0"/>
                        </a:rPr>
                        <m:t>  </m:t>
                      </m:r>
                      <m:r>
                        <a:rPr lang="en-US" i="1" dirty="0" smtClean="0">
                          <a:latin typeface="Cambria Math" panose="02040503050406030204" pitchFamily="18" charset="0"/>
                          <a:cs typeface="Times New Roman" panose="02020603050405020304" pitchFamily="18" charset="0"/>
                        </a:rPr>
                        <m:t>𝜂</m:t>
                      </m:r>
                      <m:r>
                        <a:rPr lang="en-US" i="1" dirty="0" smtClean="0">
                          <a:latin typeface="Cambria Math" panose="02040503050406030204" pitchFamily="18" charset="0"/>
                          <a:cs typeface="Times New Roman" panose="02020603050405020304" pitchFamily="18" charset="0"/>
                        </a:rPr>
                        <m:t>=</m:t>
                      </m:r>
                      <m:f>
                        <m:fPr>
                          <m:ctrlPr>
                            <a:rPr lang="en-US" i="1" dirty="0" smtClean="0">
                              <a:latin typeface="Cambria Math" panose="02040503050406030204" pitchFamily="18" charset="0"/>
                              <a:cs typeface="Times New Roman" panose="02020603050405020304" pitchFamily="18" charset="0"/>
                            </a:rPr>
                          </m:ctrlPr>
                        </m:fPr>
                        <m:num>
                          <m:r>
                            <a:rPr lang="en-US" i="1" dirty="0" smtClean="0">
                              <a:latin typeface="Cambria Math" panose="02040503050406030204" pitchFamily="18" charset="0"/>
                              <a:cs typeface="Times New Roman" panose="02020603050405020304" pitchFamily="18" charset="0"/>
                            </a:rPr>
                            <m:t>𝑦</m:t>
                          </m:r>
                        </m:num>
                        <m:den>
                          <m:r>
                            <a:rPr lang="en-US" i="1" dirty="0" smtClean="0">
                              <a:latin typeface="Cambria Math" panose="02040503050406030204" pitchFamily="18" charset="0"/>
                              <a:cs typeface="Times New Roman" panose="02020603050405020304" pitchFamily="18" charset="0"/>
                            </a:rPr>
                            <m:t>𝛿</m:t>
                          </m:r>
                        </m:den>
                      </m:f>
                    </m:oMath>
                  </m:oMathPara>
                </a14:m>
                <a:endParaRPr lang="en-US" dirty="0">
                  <a:latin typeface="Times New Roman" panose="02020603050405020304" pitchFamily="18" charset="0"/>
                  <a:cs typeface="Times New Roman" panose="02020603050405020304" pitchFamily="18" charset="0"/>
                </a:endParaRPr>
              </a:p>
            </p:txBody>
          </p:sp>
        </mc:Choice>
        <mc:Fallback xmlns="">
          <p:sp>
            <p:nvSpPr>
              <p:cNvPr id="2" name="TextBox 1">
                <a:extLst>
                  <a:ext uri="{FF2B5EF4-FFF2-40B4-BE49-F238E27FC236}">
                    <a16:creationId xmlns:a16="http://schemas.microsoft.com/office/drawing/2014/main" id="{D09BF3C1-E69C-8E0F-83A2-5ED31043428B}"/>
                  </a:ext>
                </a:extLst>
              </p:cNvPr>
              <p:cNvSpPr txBox="1">
                <a:spLocks noRot="1" noChangeAspect="1" noMove="1" noResize="1" noEditPoints="1" noAdjustHandles="1" noChangeArrowheads="1" noChangeShapeType="1" noTextEdit="1"/>
              </p:cNvSpPr>
              <p:nvPr/>
            </p:nvSpPr>
            <p:spPr>
              <a:xfrm>
                <a:off x="4597052" y="752259"/>
                <a:ext cx="7290147" cy="6116483"/>
              </a:xfrm>
              <a:prstGeom prst="rect">
                <a:avLst/>
              </a:prstGeom>
              <a:blipFill>
                <a:blip r:embed="rId4"/>
                <a:stretch>
                  <a:fillRect l="-669" t="-498"/>
                </a:stretch>
              </a:blipFill>
            </p:spPr>
            <p:txBody>
              <a:bodyPr/>
              <a:lstStyle/>
              <a:p>
                <a:r>
                  <a:rPr lang="en-US">
                    <a:noFill/>
                  </a:rPr>
                  <a:t> </a:t>
                </a:r>
              </a:p>
            </p:txBody>
          </p:sp>
        </mc:Fallback>
      </mc:AlternateContent>
    </p:spTree>
    <p:extLst>
      <p:ext uri="{BB962C8B-B14F-4D97-AF65-F5344CB8AC3E}">
        <p14:creationId xmlns:p14="http://schemas.microsoft.com/office/powerpoint/2010/main" val="140491523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61923">
        <p159:morph option="byObject"/>
      </p:transition>
    </mc:Choice>
    <mc:Fallback xmlns="">
      <p:transition spd="slow" advTm="61923">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EA5BC5D-8BBF-4AE1-A2F4-9EDDE7211DAC}"/>
              </a:ext>
            </a:extLst>
          </p:cNvPr>
          <p:cNvSpPr txBox="1"/>
          <p:nvPr/>
        </p:nvSpPr>
        <p:spPr>
          <a:xfrm>
            <a:off x="6050313" y="314900"/>
            <a:ext cx="2197100" cy="523220"/>
          </a:xfrm>
          <a:prstGeom prst="rect">
            <a:avLst/>
          </a:prstGeom>
          <a:noFill/>
        </p:spPr>
        <p:txBody>
          <a:bodyPr wrap="square" rtlCol="0">
            <a:spAutoFit/>
          </a:bodyPr>
          <a:lstStyle/>
          <a:p>
            <a:pPr lvl="0" defTabSz="304404"/>
            <a:r>
              <a:rPr lang="en-US" sz="2800" dirty="0">
                <a:solidFill>
                  <a:srgbClr val="A666E1">
                    <a:lumMod val="50000"/>
                  </a:srgbClr>
                </a:solidFill>
                <a:latin typeface="Algerian" panose="04020705040A02060702" pitchFamily="82" charset="0"/>
              </a:rPr>
              <a:t>   Summary</a:t>
            </a:r>
          </a:p>
        </p:txBody>
      </p:sp>
      <p:sp>
        <p:nvSpPr>
          <p:cNvPr id="5" name="Rectangle 4"/>
          <p:cNvSpPr/>
          <p:nvPr/>
        </p:nvSpPr>
        <p:spPr>
          <a:xfrm>
            <a:off x="4429496" y="1834727"/>
            <a:ext cx="7070612" cy="373041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304404" rtl="0" eaLnBrk="1" fontAlgn="auto" latinLnBrk="0" hangingPunct="1">
              <a:lnSpc>
                <a:spcPct val="100000"/>
              </a:lnSpc>
              <a:spcBef>
                <a:spcPts val="0"/>
              </a:spcBef>
              <a:spcAft>
                <a:spcPts val="0"/>
              </a:spcAft>
              <a:buClrTx/>
              <a:buSzTx/>
              <a:buFontTx/>
              <a:buNone/>
              <a:tabLst/>
              <a:defRPr/>
            </a:pPr>
            <a:endParaRPr kumimoji="0" lang="en-US" sz="293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endParaRPr>
          </a:p>
        </p:txBody>
      </p:sp>
      <p:grpSp>
        <p:nvGrpSpPr>
          <p:cNvPr id="4" name="Group 3">
            <a:extLst>
              <a:ext uri="{FF2B5EF4-FFF2-40B4-BE49-F238E27FC236}">
                <a16:creationId xmlns:a16="http://schemas.microsoft.com/office/drawing/2014/main" id="{386783F3-A249-B081-FBFD-F937C7330E83}"/>
              </a:ext>
            </a:extLst>
          </p:cNvPr>
          <p:cNvGrpSpPr/>
          <p:nvPr/>
        </p:nvGrpSpPr>
        <p:grpSpPr>
          <a:xfrm rot="10800000">
            <a:off x="-3252709" y="-399296"/>
            <a:ext cx="7379804" cy="7345917"/>
            <a:chOff x="-3355805" y="-256670"/>
            <a:chExt cx="7379804" cy="7345917"/>
          </a:xfrm>
        </p:grpSpPr>
        <p:sp useBgFill="1">
          <p:nvSpPr>
            <p:cNvPr id="6" name="Flowchart: Summing Junction 5">
              <a:extLst>
                <a:ext uri="{FF2B5EF4-FFF2-40B4-BE49-F238E27FC236}">
                  <a16:creationId xmlns:a16="http://schemas.microsoft.com/office/drawing/2014/main" id="{97A423B0-0178-1AE7-7D30-A22AD77A04BC}"/>
                </a:ext>
              </a:extLst>
            </p:cNvPr>
            <p:cNvSpPr/>
            <p:nvPr/>
          </p:nvSpPr>
          <p:spPr>
            <a:xfrm>
              <a:off x="-3355805" y="-256670"/>
              <a:ext cx="7379804" cy="7345917"/>
            </a:xfrm>
            <a:prstGeom prst="flowChartSummingJunction">
              <a:avLst/>
            </a:prstGeom>
            <a:ln w="12700">
              <a:solidFill>
                <a:schemeClr val="bg1"/>
              </a:solidFill>
            </a:ln>
            <a:effectLst>
              <a:outerShdw blurRad="152400" dist="38100" sx="102000" sy="102000" algn="l" rotWithShape="0">
                <a:schemeClr val="tx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sp>
          <p:nvSpPr>
            <p:cNvPr id="7" name="TextBox 6">
              <a:extLst>
                <a:ext uri="{FF2B5EF4-FFF2-40B4-BE49-F238E27FC236}">
                  <a16:creationId xmlns:a16="http://schemas.microsoft.com/office/drawing/2014/main" id="{7AF399ED-DB66-966F-1677-66D6AD6AC782}"/>
                </a:ext>
              </a:extLst>
            </p:cNvPr>
            <p:cNvSpPr txBox="1"/>
            <p:nvPr/>
          </p:nvSpPr>
          <p:spPr>
            <a:xfrm rot="5400000">
              <a:off x="2088313" y="3152696"/>
              <a:ext cx="1364819" cy="39823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A666E1">
                      <a:lumMod val="50000"/>
                    </a:srgbClr>
                  </a:solidFill>
                  <a:effectLst/>
                  <a:uLnTx/>
                  <a:uFillTx/>
                  <a:latin typeface="Arial Black" panose="020B0A04020102020204" pitchFamily="34" charset="0"/>
                  <a:ea typeface="+mn-ea"/>
                  <a:cs typeface="Times New Roman" panose="02020603050405020304" pitchFamily="18" charset="0"/>
                </a:rPr>
                <a:t>PART 01</a:t>
              </a:r>
            </a:p>
          </p:txBody>
        </p:sp>
        <p:sp>
          <p:nvSpPr>
            <p:cNvPr id="8" name="TextBox 7">
              <a:extLst>
                <a:ext uri="{FF2B5EF4-FFF2-40B4-BE49-F238E27FC236}">
                  <a16:creationId xmlns:a16="http://schemas.microsoft.com/office/drawing/2014/main" id="{C954F02A-B5D7-F01D-EB96-C8BDFD17E0FD}"/>
                </a:ext>
              </a:extLst>
            </p:cNvPr>
            <p:cNvSpPr txBox="1"/>
            <p:nvPr/>
          </p:nvSpPr>
          <p:spPr>
            <a:xfrm>
              <a:off x="-168443" y="859082"/>
              <a:ext cx="1357207" cy="40047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A666E1">
                      <a:lumMod val="50000"/>
                    </a:srgbClr>
                  </a:solidFill>
                  <a:effectLst/>
                  <a:uLnTx/>
                  <a:uFillTx/>
                  <a:latin typeface="Arial Black" panose="020B0A04020102020204" pitchFamily="34" charset="0"/>
                  <a:ea typeface="+mn-ea"/>
                  <a:cs typeface="Times New Roman" panose="02020603050405020304" pitchFamily="18" charset="0"/>
                </a:rPr>
                <a:t>PART 04</a:t>
              </a:r>
            </a:p>
          </p:txBody>
        </p:sp>
        <p:sp>
          <p:nvSpPr>
            <p:cNvPr id="9" name="TextBox 8">
              <a:extLst>
                <a:ext uri="{FF2B5EF4-FFF2-40B4-BE49-F238E27FC236}">
                  <a16:creationId xmlns:a16="http://schemas.microsoft.com/office/drawing/2014/main" id="{FECEA8FF-8DF1-A4B6-7B3A-E019D27D8D5F}"/>
                </a:ext>
              </a:extLst>
            </p:cNvPr>
            <p:cNvSpPr txBox="1"/>
            <p:nvPr/>
          </p:nvSpPr>
          <p:spPr>
            <a:xfrm flipV="1">
              <a:off x="-96252" y="5567440"/>
              <a:ext cx="1357207" cy="40047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A666E1">
                      <a:lumMod val="50000"/>
                    </a:srgbClr>
                  </a:solidFill>
                  <a:effectLst/>
                  <a:uLnTx/>
                  <a:uFillTx/>
                  <a:latin typeface="Arial Black" panose="020B0A04020102020204" pitchFamily="34" charset="0"/>
                  <a:ea typeface="+mn-ea"/>
                  <a:cs typeface="Times New Roman" panose="02020603050405020304" pitchFamily="18" charset="0"/>
                </a:rPr>
                <a:t>PART 02</a:t>
              </a:r>
            </a:p>
          </p:txBody>
        </p:sp>
        <p:sp>
          <p:nvSpPr>
            <p:cNvPr id="10" name="TextBox 9">
              <a:extLst>
                <a:ext uri="{FF2B5EF4-FFF2-40B4-BE49-F238E27FC236}">
                  <a16:creationId xmlns:a16="http://schemas.microsoft.com/office/drawing/2014/main" id="{176330DC-1935-7C4F-9649-58844C6E471A}"/>
                </a:ext>
              </a:extLst>
            </p:cNvPr>
            <p:cNvSpPr txBox="1"/>
            <p:nvPr/>
          </p:nvSpPr>
          <p:spPr>
            <a:xfrm rot="16200000">
              <a:off x="-2723056" y="3152695"/>
              <a:ext cx="1364819" cy="39823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A666E1">
                      <a:lumMod val="50000"/>
                    </a:srgbClr>
                  </a:solidFill>
                  <a:effectLst/>
                  <a:uLnTx/>
                  <a:uFillTx/>
                  <a:latin typeface="Arial Black" panose="020B0A04020102020204" pitchFamily="34" charset="0"/>
                  <a:ea typeface="+mn-ea"/>
                  <a:cs typeface="Times New Roman" panose="02020603050405020304" pitchFamily="18" charset="0"/>
                </a:rPr>
                <a:t>PART 03</a:t>
              </a:r>
            </a:p>
          </p:txBody>
        </p:sp>
      </p:grpSp>
      <p:sp useBgFill="1">
        <p:nvSpPr>
          <p:cNvPr id="11" name="Oval 10">
            <a:extLst>
              <a:ext uri="{FF2B5EF4-FFF2-40B4-BE49-F238E27FC236}">
                <a16:creationId xmlns:a16="http://schemas.microsoft.com/office/drawing/2014/main" id="{A2CEBBCE-E8CB-7F65-05E2-0BCCAD8BBCCC}"/>
              </a:ext>
            </a:extLst>
          </p:cNvPr>
          <p:cNvSpPr/>
          <p:nvPr/>
        </p:nvSpPr>
        <p:spPr>
          <a:xfrm rot="8119373">
            <a:off x="-856052" y="1990152"/>
            <a:ext cx="2586490" cy="2567020"/>
          </a:xfrm>
          <a:prstGeom prst="ellipse">
            <a:avLst/>
          </a:prstGeom>
          <a:ln>
            <a:noFill/>
          </a:ln>
          <a:effectLst>
            <a:outerShdw blurRad="152400" sx="103000" sy="103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2057CE56-73CE-E93F-2D6F-9EA5EDD02A59}"/>
                  </a:ext>
                </a:extLst>
              </p:cNvPr>
              <p:cNvSpPr txBox="1"/>
              <p:nvPr/>
            </p:nvSpPr>
            <p:spPr>
              <a:xfrm>
                <a:off x="4334494" y="1235038"/>
                <a:ext cx="7576457" cy="5816977"/>
              </a:xfrm>
              <a:prstGeom prst="rect">
                <a:avLst/>
              </a:prstGeom>
              <a:noFill/>
            </p:spPr>
            <p:txBody>
              <a:bodyPr wrap="square" rtlCol="0">
                <a:spAutoFit/>
              </a:bodyPr>
              <a:lstStyle/>
              <a:p>
                <a:r>
                  <a:rPr lang="en-US" sz="2000" b="1" dirty="0">
                    <a:highlight>
                      <a:srgbClr val="00FF00"/>
                    </a:highlight>
                    <a:latin typeface="Times New Roman" panose="02020603050405020304" pitchFamily="18" charset="0"/>
                    <a:cs typeface="Times New Roman" panose="02020603050405020304" pitchFamily="18" charset="0"/>
                  </a:rPr>
                  <a:t>Boundary Layer</a:t>
                </a:r>
              </a:p>
              <a:p>
                <a:r>
                  <a:rPr lang="en-US" sz="2000" dirty="0">
                    <a:latin typeface="Times New Roman" panose="02020603050405020304" pitchFamily="18" charset="0"/>
                    <a:cs typeface="Times New Roman" panose="02020603050405020304" pitchFamily="18" charset="0"/>
                  </a:rPr>
                  <a:t>A boundary layer is the region where viscous force and inertia force are of comparable magnitude. Outside this region, the velocity gradient is small, so viscous forces can be neglected.</a:t>
                </a:r>
              </a:p>
              <a:p>
                <a:endParaRPr lang="en-US" sz="2000" dirty="0">
                  <a:latin typeface="Times New Roman" panose="02020603050405020304" pitchFamily="18" charset="0"/>
                  <a:cs typeface="Times New Roman" panose="02020603050405020304" pitchFamily="18" charset="0"/>
                </a:endParaRPr>
              </a:p>
              <a:p>
                <a:r>
                  <a:rPr lang="en-US" sz="2000" b="1" dirty="0">
                    <a:highlight>
                      <a:srgbClr val="00FFFF"/>
                    </a:highlight>
                    <a:latin typeface="Times New Roman" panose="02020603050405020304" pitchFamily="18" charset="0"/>
                    <a:cs typeface="Times New Roman" panose="02020603050405020304" pitchFamily="18" charset="0"/>
                  </a:rPr>
                  <a:t>Important Points</a:t>
                </a:r>
              </a:p>
              <a:p>
                <a:pPr marL="1257300" lvl="2"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At the plate: </a:t>
                </a:r>
                <a14:m>
                  <m:oMath xmlns:m="http://schemas.openxmlformats.org/officeDocument/2006/math">
                    <m:r>
                      <a:rPr lang="en-US" sz="2000" i="1" dirty="0" smtClean="0">
                        <a:latin typeface="Cambria Math" panose="02040503050406030204" pitchFamily="18" charset="0"/>
                        <a:cs typeface="Times New Roman" panose="02020603050405020304" pitchFamily="18" charset="0"/>
                      </a:rPr>
                      <m:t>𝑢</m:t>
                    </m:r>
                    <m:r>
                      <a:rPr lang="en-US" sz="2000" i="1" dirty="0" smtClean="0">
                        <a:latin typeface="Cambria Math" panose="02040503050406030204" pitchFamily="18" charset="0"/>
                        <a:cs typeface="Times New Roman" panose="02020603050405020304" pitchFamily="18" charset="0"/>
                      </a:rPr>
                      <m:t>=0,</m:t>
                    </m:r>
                    <m:r>
                      <a:rPr lang="en-US" sz="2000" i="1" dirty="0" smtClean="0">
                        <a:latin typeface="Cambria Math" panose="02040503050406030204" pitchFamily="18" charset="0"/>
                        <a:cs typeface="Times New Roman" panose="02020603050405020304" pitchFamily="18" charset="0"/>
                      </a:rPr>
                      <m:t>𝑣</m:t>
                    </m:r>
                    <m:r>
                      <a:rPr lang="en-US" sz="2000" i="1" dirty="0" smtClean="0">
                        <a:latin typeface="Cambria Math" panose="02040503050406030204" pitchFamily="18" charset="0"/>
                        <a:cs typeface="Times New Roman" panose="02020603050405020304" pitchFamily="18" charset="0"/>
                      </a:rPr>
                      <m:t>=0 </m:t>
                    </m:r>
                  </m:oMath>
                </a14:m>
                <a:endParaRPr lang="en-US" sz="2000" dirty="0">
                  <a:latin typeface="Times New Roman" panose="02020603050405020304" pitchFamily="18" charset="0"/>
                  <a:cs typeface="Times New Roman" panose="02020603050405020304" pitchFamily="18" charset="0"/>
                </a:endParaRPr>
              </a:p>
              <a:p>
                <a:pPr marL="1257300" lvl="2"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At the edge: </a:t>
                </a:r>
                <a14:m>
                  <m:oMath xmlns:m="http://schemas.openxmlformats.org/officeDocument/2006/math">
                    <m:r>
                      <a:rPr lang="en-US" sz="2000" i="1" dirty="0" smtClean="0">
                        <a:latin typeface="Cambria Math" panose="02040503050406030204" pitchFamily="18" charset="0"/>
                        <a:cs typeface="Times New Roman" panose="02020603050405020304" pitchFamily="18" charset="0"/>
                      </a:rPr>
                      <m:t>𝑢</m:t>
                    </m:r>
                    <m:r>
                      <a:rPr lang="en-US" sz="2000" i="1" dirty="0" smtClean="0">
                        <a:latin typeface="Cambria Math" panose="02040503050406030204" pitchFamily="18" charset="0"/>
                        <a:cs typeface="Times New Roman" panose="02020603050405020304" pitchFamily="18" charset="0"/>
                      </a:rPr>
                      <m:t>=</m:t>
                    </m:r>
                    <m:sSub>
                      <m:sSubPr>
                        <m:ctrlPr>
                          <a:rPr lang="en-US" sz="2000" i="1" dirty="0" smtClean="0">
                            <a:latin typeface="Cambria Math" panose="02040503050406030204" pitchFamily="18" charset="0"/>
                            <a:cs typeface="Times New Roman" panose="02020603050405020304" pitchFamily="18" charset="0"/>
                          </a:rPr>
                        </m:ctrlPr>
                      </m:sSubPr>
                      <m:e>
                        <m:r>
                          <a:rPr lang="en-US" sz="2000" i="1" dirty="0" smtClean="0">
                            <a:latin typeface="Cambria Math" panose="02040503050406030204" pitchFamily="18" charset="0"/>
                            <a:cs typeface="Times New Roman" panose="02020603050405020304" pitchFamily="18" charset="0"/>
                          </a:rPr>
                          <m:t>𝑢</m:t>
                        </m:r>
                      </m:e>
                      <m:sub>
                        <m:r>
                          <a:rPr lang="en-US" sz="2000" i="1" dirty="0" smtClean="0">
                            <a:latin typeface="Cambria Math" panose="02040503050406030204" pitchFamily="18" charset="0"/>
                            <a:cs typeface="Times New Roman" panose="02020603050405020304" pitchFamily="18" charset="0"/>
                          </a:rPr>
                          <m:t>∞</m:t>
                        </m:r>
                      </m:sub>
                    </m:sSub>
                    <m:r>
                      <a:rPr lang="en-US" sz="2000" i="1" dirty="0" smtClean="0">
                        <a:latin typeface="Cambria Math" panose="02040503050406030204" pitchFamily="18" charset="0"/>
                        <a:cs typeface="Times New Roman" panose="02020603050405020304" pitchFamily="18" charset="0"/>
                      </a:rPr>
                      <m:t>​,</m:t>
                    </m:r>
                    <m:r>
                      <a:rPr lang="en-US" sz="2000" b="0" i="1" dirty="0" smtClean="0">
                        <a:latin typeface="Cambria Math" panose="02040503050406030204" pitchFamily="18" charset="0"/>
                        <a:cs typeface="Times New Roman" panose="02020603050405020304" pitchFamily="18" charset="0"/>
                      </a:rPr>
                      <m:t>  </m:t>
                    </m:r>
                    <m:r>
                      <a:rPr lang="en-US" sz="2000" i="1" dirty="0" smtClean="0">
                        <a:latin typeface="Cambria Math" panose="02040503050406030204" pitchFamily="18" charset="0"/>
                        <a:cs typeface="Times New Roman" panose="02020603050405020304" pitchFamily="18" charset="0"/>
                      </a:rPr>
                      <m:t>𝑦</m:t>
                    </m:r>
                    <m:r>
                      <a:rPr lang="en-US" sz="2000" i="1" dirty="0" smtClean="0">
                        <a:latin typeface="Cambria Math" panose="02040503050406030204" pitchFamily="18" charset="0"/>
                        <a:cs typeface="Times New Roman" panose="02020603050405020304" pitchFamily="18" charset="0"/>
                      </a:rPr>
                      <m:t>=</m:t>
                    </m:r>
                    <m:r>
                      <a:rPr lang="en-US" sz="2000" i="1" dirty="0" smtClean="0">
                        <a:latin typeface="Cambria Math" panose="02040503050406030204" pitchFamily="18" charset="0"/>
                        <a:cs typeface="Times New Roman" panose="02020603050405020304" pitchFamily="18" charset="0"/>
                      </a:rPr>
                      <m:t>𝛿</m:t>
                    </m:r>
                    <m:r>
                      <a:rPr lang="en-US" sz="2000" i="1" dirty="0" smtClean="0">
                        <a:latin typeface="Cambria Math" panose="02040503050406030204" pitchFamily="18" charset="0"/>
                        <a:cs typeface="Times New Roman" panose="02020603050405020304" pitchFamily="18" charset="0"/>
                      </a:rPr>
                      <m:t> </m:t>
                    </m:r>
                  </m:oMath>
                </a14:m>
                <a:endParaRPr lang="en-US" sz="2000" dirty="0">
                  <a:latin typeface="Times New Roman" panose="02020603050405020304" pitchFamily="18" charset="0"/>
                  <a:cs typeface="Times New Roman" panose="02020603050405020304" pitchFamily="18" charset="0"/>
                </a:endParaRPr>
              </a:p>
              <a:p>
                <a:pPr marL="1257300" lvl="2"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δ = boundary-layer thickness </a:t>
                </a:r>
              </a:p>
              <a:p>
                <a:pPr marL="1257300" lvl="2" indent="-342900">
                  <a:buFont typeface="Arial" panose="020B0604020202020204" pitchFamily="34" charset="0"/>
                  <a:buChar char="•"/>
                </a:pPr>
                <a14:m>
                  <m:oMath xmlns:m="http://schemas.openxmlformats.org/officeDocument/2006/math">
                    <m:sSub>
                      <m:sSubPr>
                        <m:ctrlPr>
                          <a:rPr lang="en-US" sz="2000" i="1" dirty="0" smtClean="0">
                            <a:latin typeface="Cambria Math" panose="02040503050406030204" pitchFamily="18" charset="0"/>
                            <a:cs typeface="Times New Roman" panose="02020603050405020304" pitchFamily="18" charset="0"/>
                          </a:rPr>
                        </m:ctrlPr>
                      </m:sSubPr>
                      <m:e>
                        <m:r>
                          <a:rPr lang="en-US" sz="2000" i="1" dirty="0" smtClean="0">
                            <a:latin typeface="Cambria Math" panose="02040503050406030204" pitchFamily="18" charset="0"/>
                            <a:cs typeface="Times New Roman" panose="02020603050405020304" pitchFamily="18" charset="0"/>
                          </a:rPr>
                          <m:t>𝑢</m:t>
                        </m:r>
                      </m:e>
                      <m:sub>
                        <m:r>
                          <a:rPr lang="en-US" sz="2000" i="1" dirty="0" smtClean="0">
                            <a:latin typeface="Cambria Math" panose="02040503050406030204" pitchFamily="18" charset="0"/>
                            <a:cs typeface="Times New Roman" panose="02020603050405020304" pitchFamily="18" charset="0"/>
                          </a:rPr>
                          <m:t>∞</m:t>
                        </m:r>
                      </m:sub>
                    </m:sSub>
                    <m:r>
                      <a:rPr lang="en-US" sz="2000" i="1" dirty="0" smtClean="0">
                        <a:latin typeface="Cambria Math" panose="02040503050406030204" pitchFamily="18" charset="0"/>
                        <a:cs typeface="Times New Roman" panose="02020603050405020304" pitchFamily="18" charset="0"/>
                      </a:rPr>
                      <m:t>​ </m:t>
                    </m:r>
                  </m:oMath>
                </a14:m>
                <a:r>
                  <a:rPr lang="en-US" sz="2000" dirty="0">
                    <a:latin typeface="Times New Roman" panose="02020603050405020304" pitchFamily="18" charset="0"/>
                    <a:cs typeface="Times New Roman" panose="02020603050405020304" pitchFamily="18" charset="0"/>
                  </a:rPr>
                  <a:t>= free-stream velocity</a:t>
                </a:r>
              </a:p>
              <a:p>
                <a:r>
                  <a:rPr lang="en-US" b="1" dirty="0">
                    <a:highlight>
                      <a:srgbClr val="FF00FF"/>
                    </a:highlight>
                    <a:latin typeface="Times New Roman" panose="02020603050405020304" pitchFamily="18" charset="0"/>
                    <a:cs typeface="Times New Roman" panose="02020603050405020304" pitchFamily="18" charset="0"/>
                  </a:rPr>
                  <a:t>Three Important Thicknesses</a:t>
                </a:r>
              </a:p>
              <a:p>
                <a:pPr marL="742950" lvl="1" indent="-285750">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Displacement thickness: </a:t>
                </a:r>
                <a14:m>
                  <m:oMath xmlns:m="http://schemas.openxmlformats.org/officeDocument/2006/math">
                    <m:sSub>
                      <m:sSubPr>
                        <m:ctrlPr>
                          <a:rPr lang="en-US" i="1" dirty="0" smtClean="0">
                            <a:latin typeface="Cambria Math" panose="02040503050406030204" pitchFamily="18" charset="0"/>
                            <a:cs typeface="Times New Roman" panose="02020603050405020304" pitchFamily="18" charset="0"/>
                          </a:rPr>
                        </m:ctrlPr>
                      </m:sSubPr>
                      <m:e>
                        <m:r>
                          <a:rPr lang="en-US" i="1" dirty="0" smtClean="0">
                            <a:latin typeface="Cambria Math" panose="02040503050406030204" pitchFamily="18" charset="0"/>
                            <a:cs typeface="Times New Roman" panose="02020603050405020304" pitchFamily="18" charset="0"/>
                          </a:rPr>
                          <m:t>𝛿</m:t>
                        </m:r>
                      </m:e>
                      <m:sub>
                        <m:r>
                          <a:rPr lang="en-US" i="1" dirty="0" smtClean="0">
                            <a:latin typeface="Cambria Math" panose="02040503050406030204" pitchFamily="18" charset="0"/>
                            <a:cs typeface="Times New Roman" panose="02020603050405020304" pitchFamily="18" charset="0"/>
                          </a:rPr>
                          <m:t>1</m:t>
                        </m:r>
                      </m:sub>
                    </m:sSub>
                  </m:oMath>
                </a14:m>
                <a:r>
                  <a:rPr lang="en-US" dirty="0">
                    <a:latin typeface="Times New Roman" panose="02020603050405020304" pitchFamily="18" charset="0"/>
                    <a:cs typeface="Times New Roman" panose="02020603050405020304" pitchFamily="18" charset="0"/>
                  </a:rPr>
                  <a:t>​ </a:t>
                </a:r>
              </a:p>
              <a:p>
                <a:pPr marL="742950" lvl="1" indent="-285750">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Momentum thickness: </a:t>
                </a:r>
                <a14:m>
                  <m:oMath xmlns:m="http://schemas.openxmlformats.org/officeDocument/2006/math">
                    <m:sSub>
                      <m:sSubPr>
                        <m:ctrlPr>
                          <a:rPr lang="en-US" i="1" dirty="0" smtClean="0">
                            <a:latin typeface="Cambria Math" panose="02040503050406030204" pitchFamily="18" charset="0"/>
                            <a:cs typeface="Times New Roman" panose="02020603050405020304" pitchFamily="18" charset="0"/>
                          </a:rPr>
                        </m:ctrlPr>
                      </m:sSubPr>
                      <m:e>
                        <m:r>
                          <a:rPr lang="en-US" i="1" dirty="0" smtClean="0">
                            <a:latin typeface="Cambria Math" panose="02040503050406030204" pitchFamily="18" charset="0"/>
                            <a:cs typeface="Times New Roman" panose="02020603050405020304" pitchFamily="18" charset="0"/>
                          </a:rPr>
                          <m:t>𝛿</m:t>
                        </m:r>
                      </m:e>
                      <m:sub>
                        <m:r>
                          <a:rPr lang="en-US" b="0" i="1" dirty="0" smtClean="0">
                            <a:latin typeface="Cambria Math" panose="02040503050406030204" pitchFamily="18" charset="0"/>
                            <a:cs typeface="Times New Roman" panose="02020603050405020304" pitchFamily="18" charset="0"/>
                          </a:rPr>
                          <m:t>2</m:t>
                        </m:r>
                      </m:sub>
                    </m:sSub>
                  </m:oMath>
                </a14:m>
                <a:r>
                  <a:rPr lang="en-US" dirty="0">
                    <a:latin typeface="Times New Roman" panose="02020603050405020304" pitchFamily="18" charset="0"/>
                    <a:cs typeface="Times New Roman" panose="02020603050405020304" pitchFamily="18" charset="0"/>
                  </a:rPr>
                  <a:t>​</a:t>
                </a:r>
              </a:p>
              <a:p>
                <a:pPr marL="742950" lvl="1" indent="-285750">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Energy thickness:</a:t>
                </a:r>
                <a14:m>
                  <m:oMath xmlns:m="http://schemas.openxmlformats.org/officeDocument/2006/math">
                    <m:sSub>
                      <m:sSubPr>
                        <m:ctrlPr>
                          <a:rPr lang="en-US" b="0" i="1" dirty="0" smtClean="0">
                            <a:latin typeface="Cambria Math" panose="02040503050406030204" pitchFamily="18" charset="0"/>
                            <a:cs typeface="Times New Roman" panose="02020603050405020304" pitchFamily="18" charset="0"/>
                          </a:rPr>
                        </m:ctrlPr>
                      </m:sSubPr>
                      <m:e>
                        <m:r>
                          <a:rPr lang="en-US" b="0" i="1" dirty="0" smtClean="0">
                            <a:latin typeface="Cambria Math" panose="02040503050406030204" pitchFamily="18" charset="0"/>
                            <a:cs typeface="Times New Roman" panose="02020603050405020304" pitchFamily="18" charset="0"/>
                          </a:rPr>
                          <m:t> </m:t>
                        </m:r>
                        <m:r>
                          <a:rPr lang="en-US" i="1" dirty="0" smtClean="0">
                            <a:latin typeface="Cambria Math" panose="02040503050406030204" pitchFamily="18" charset="0"/>
                            <a:cs typeface="Times New Roman" panose="02020603050405020304" pitchFamily="18" charset="0"/>
                          </a:rPr>
                          <m:t>𝛿</m:t>
                        </m:r>
                      </m:e>
                      <m:sub>
                        <m:r>
                          <a:rPr lang="en-US" b="0" i="1" dirty="0" smtClean="0">
                            <a:latin typeface="Cambria Math" panose="02040503050406030204" pitchFamily="18" charset="0"/>
                            <a:cs typeface="Times New Roman" panose="02020603050405020304" pitchFamily="18" charset="0"/>
                          </a:rPr>
                          <m:t>3</m:t>
                        </m:r>
                      </m:sub>
                    </m:sSub>
                    <m:r>
                      <m:rPr>
                        <m:nor/>
                      </m:rPr>
                      <a:rPr lang="en-US" i="0" dirty="0">
                        <a:latin typeface="Times New Roman" panose="02020603050405020304" pitchFamily="18" charset="0"/>
                        <a:cs typeface="Times New Roman" panose="02020603050405020304" pitchFamily="18" charset="0"/>
                      </a:rPr>
                      <m:t>​</m:t>
                    </m:r>
                  </m:oMath>
                </a14:m>
                <a:endParaRPr lang="en-US" sz="2000" b="1" dirty="0">
                  <a:latin typeface="Times New Roman" panose="02020603050405020304" pitchFamily="18" charset="0"/>
                  <a:cs typeface="Times New Roman" panose="02020603050405020304" pitchFamily="18" charset="0"/>
                </a:endParaRPr>
              </a:p>
              <a:p>
                <a:endParaRPr lang="en-US" sz="2000" b="1" dirty="0">
                  <a:highlight>
                    <a:srgbClr val="FFFF00"/>
                  </a:highlight>
                  <a:latin typeface="Times New Roman" panose="02020603050405020304" pitchFamily="18" charset="0"/>
                  <a:cs typeface="Times New Roman" panose="02020603050405020304" pitchFamily="18" charset="0"/>
                </a:endParaRPr>
              </a:p>
              <a:p>
                <a:r>
                  <a:rPr lang="en-US" sz="2000" b="1" dirty="0">
                    <a:highlight>
                      <a:srgbClr val="FFFF00"/>
                    </a:highlight>
                    <a:latin typeface="Times New Roman" panose="02020603050405020304" pitchFamily="18" charset="0"/>
                    <a:cs typeface="Times New Roman" panose="02020603050405020304" pitchFamily="18" charset="0"/>
                  </a:rPr>
                  <a:t>Overall: </a:t>
                </a:r>
                <a:r>
                  <a:rPr lang="en-US" sz="2000" dirty="0">
                    <a:latin typeface="Times New Roman" panose="02020603050405020304" pitchFamily="18" charset="0"/>
                    <a:cs typeface="Times New Roman" panose="02020603050405020304" pitchFamily="18" charset="0"/>
                  </a:rPr>
                  <a:t>Boundary-layer analysis describes how velocity changes near a solid surface and uses displacement, momentum, and energy thickness to quantify its effect.</a:t>
                </a:r>
              </a:p>
              <a:p>
                <a:pPr lvl="1"/>
                <a:endParaRPr lang="en-US" sz="2000" b="1" dirty="0">
                  <a:latin typeface="Times New Roman" panose="02020603050405020304" pitchFamily="18" charset="0"/>
                  <a:cs typeface="Times New Roman" panose="02020603050405020304" pitchFamily="18" charset="0"/>
                </a:endParaRPr>
              </a:p>
            </p:txBody>
          </p:sp>
        </mc:Choice>
        <mc:Fallback xmlns="">
          <p:sp>
            <p:nvSpPr>
              <p:cNvPr id="12" name="TextBox 11">
                <a:extLst>
                  <a:ext uri="{FF2B5EF4-FFF2-40B4-BE49-F238E27FC236}">
                    <a16:creationId xmlns:a16="http://schemas.microsoft.com/office/drawing/2014/main" id="{2057CE56-73CE-E93F-2D6F-9EA5EDD02A59}"/>
                  </a:ext>
                </a:extLst>
              </p:cNvPr>
              <p:cNvSpPr txBox="1">
                <a:spLocks noRot="1" noChangeAspect="1" noMove="1" noResize="1" noEditPoints="1" noAdjustHandles="1" noChangeArrowheads="1" noChangeShapeType="1" noTextEdit="1"/>
              </p:cNvSpPr>
              <p:nvPr/>
            </p:nvSpPr>
            <p:spPr>
              <a:xfrm>
                <a:off x="4334494" y="1235038"/>
                <a:ext cx="7576457" cy="5816977"/>
              </a:xfrm>
              <a:prstGeom prst="rect">
                <a:avLst/>
              </a:prstGeom>
              <a:blipFill>
                <a:blip r:embed="rId3"/>
                <a:stretch>
                  <a:fillRect l="-805" t="-629" r="-1529"/>
                </a:stretch>
              </a:blipFill>
            </p:spPr>
            <p:txBody>
              <a:bodyPr/>
              <a:lstStyle/>
              <a:p>
                <a:r>
                  <a:rPr lang="en-US">
                    <a:noFill/>
                  </a:rPr>
                  <a:t> </a:t>
                </a:r>
              </a:p>
            </p:txBody>
          </p:sp>
        </mc:Fallback>
      </mc:AlternateContent>
    </p:spTree>
    <p:extLst>
      <p:ext uri="{BB962C8B-B14F-4D97-AF65-F5344CB8AC3E}">
        <p14:creationId xmlns:p14="http://schemas.microsoft.com/office/powerpoint/2010/main" val="30815018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67339FA-7E42-C2FC-CC7F-9B900EBC4D5E}"/>
              </a:ext>
            </a:extLst>
          </p:cNvPr>
          <p:cNvPicPr>
            <a:picLocks noGrp="1" noRot="1" noChangeAspect="1" noMove="1" noResize="1" noEditPoints="1" noAdjustHandles="1" noChangeArrowheads="1" noChangeShapeType="1" noCrop="1"/>
          </p:cNvPicPr>
          <p:nvPr/>
        </p:nvPicPr>
        <p:blipFill>
          <a:blip r:embed="rId2"/>
          <a:stretch>
            <a:fillRect/>
          </a:stretch>
        </p:blipFill>
        <p:spPr>
          <a:xfrm>
            <a:off x="3289" y="1850"/>
            <a:ext cx="12185423" cy="6854300"/>
          </a:xfrm>
          <a:prstGeom prst="rect">
            <a:avLst/>
          </a:prstGeom>
        </p:spPr>
      </p:pic>
    </p:spTree>
    <p:extLst>
      <p:ext uri="{BB962C8B-B14F-4D97-AF65-F5344CB8AC3E}">
        <p14:creationId xmlns:p14="http://schemas.microsoft.com/office/powerpoint/2010/main" val="420561153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_rels/theme3.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Parallax">
  <a:themeElements>
    <a:clrScheme name="Parallax">
      <a:dk1>
        <a:sysClr val="windowText" lastClr="000000"/>
      </a:dk1>
      <a:lt1>
        <a:sysClr val="window" lastClr="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ppt/theme/theme3.xml><?xml version="1.0" encoding="utf-8"?>
<a:theme xmlns:a="http://schemas.openxmlformats.org/drawingml/2006/main" name="5_Parallax">
  <a:themeElements>
    <a:clrScheme name="Parallax">
      <a:dk1>
        <a:sysClr val="windowText" lastClr="000000"/>
      </a:dk1>
      <a:lt1>
        <a:sysClr val="window" lastClr="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86</TotalTime>
  <Words>448</Words>
  <Application>Microsoft Office PowerPoint</Application>
  <PresentationFormat>Widescreen</PresentationFormat>
  <Paragraphs>68</Paragraphs>
  <Slides>7</Slides>
  <Notes>2</Notes>
  <HiddenSlides>0</HiddenSlides>
  <MMClips>0</MMClips>
  <ScaleCrop>false</ScaleCrop>
  <HeadingPairs>
    <vt:vector size="6" baseType="variant">
      <vt:variant>
        <vt:lpstr>Fonts Used</vt:lpstr>
      </vt:variant>
      <vt:variant>
        <vt:i4>13</vt:i4>
      </vt:variant>
      <vt:variant>
        <vt:lpstr>Theme</vt:lpstr>
      </vt:variant>
      <vt:variant>
        <vt:i4>3</vt:i4>
      </vt:variant>
      <vt:variant>
        <vt:lpstr>Slide Titles</vt:lpstr>
      </vt:variant>
      <vt:variant>
        <vt:i4>7</vt:i4>
      </vt:variant>
    </vt:vector>
  </HeadingPairs>
  <TitlesOfParts>
    <vt:vector size="23" baseType="lpstr">
      <vt:lpstr>Algerian</vt:lpstr>
      <vt:lpstr>Aptos</vt:lpstr>
      <vt:lpstr>Arial</vt:lpstr>
      <vt:lpstr>Arial Black</vt:lpstr>
      <vt:lpstr>Arial Rounded MT Bold</vt:lpstr>
      <vt:lpstr>Calibri</vt:lpstr>
      <vt:lpstr>Calibri Light</vt:lpstr>
      <vt:lpstr>Cambria Math</vt:lpstr>
      <vt:lpstr>Corbel</vt:lpstr>
      <vt:lpstr>Freestyle Script</vt:lpstr>
      <vt:lpstr>RQND Pro</vt:lpstr>
      <vt:lpstr>Times New Roman</vt:lpstr>
      <vt:lpstr>Wingdings</vt:lpstr>
      <vt:lpstr>1_Office Theme</vt:lpstr>
      <vt:lpstr>Parallax</vt:lpstr>
      <vt:lpstr>5_Parallax</vt:lpstr>
      <vt:lpstr>PowerPoint Presentation</vt:lpstr>
      <vt:lpstr> “Boundary Layer in Fluid Dynamics” </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Sobuj Alo</dc:creator>
  <cp:lastModifiedBy>Sobuj Alo</cp:lastModifiedBy>
  <cp:revision>3</cp:revision>
  <dcterms:created xsi:type="dcterms:W3CDTF">2026-08-19T04:39:08Z</dcterms:created>
  <dcterms:modified xsi:type="dcterms:W3CDTF">2026-09-02T12:48:49Z</dcterms:modified>
</cp:coreProperties>
</file>